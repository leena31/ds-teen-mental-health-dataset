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theme/theme2.xml" ContentType="application/vnd.openxmlformats-officedocument.theme+xml"/>
  <Override PartName="/ppt/media/image1.jpeg" ContentType="image/jpe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TWBerlin Office"/>
      </a:defRPr>
    </a:lvl1pPr>
    <a:lvl2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TWBerlin Office"/>
      </a:defRPr>
    </a:lvl2pPr>
    <a:lvl3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TWBerlin Office"/>
      </a:defRPr>
    </a:lvl3pPr>
    <a:lvl4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TWBerlin Office"/>
      </a:defRPr>
    </a:lvl4pPr>
    <a:lvl5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TWBerlin Office"/>
      </a:defRPr>
    </a:lvl5pPr>
    <a:lvl6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TWBerlin Office"/>
      </a:defRPr>
    </a:lvl6pPr>
    <a:lvl7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TWBerlin Office"/>
      </a:defRPr>
    </a:lvl7pPr>
    <a:lvl8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TWBerlin Office"/>
      </a:defRPr>
    </a:lvl8pPr>
    <a:lvl9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j-lt"/>
        <a:ea typeface="+mj-ea"/>
        <a:cs typeface="+mj-cs"/>
        <a:sym typeface="HTWBerlin Office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5E6CA"/>
          </a:solidFill>
        </a:fill>
      </a:tcStyle>
    </a:wholeTbl>
    <a:band2H>
      <a:tcTxStyle b="def" i="def"/>
      <a:tcStyle>
        <a:tcBdr/>
        <a:fill>
          <a:solidFill>
            <a:srgbClr val="EBF3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CCFCA"/>
          </a:solidFill>
        </a:fill>
      </a:tcStyle>
    </a:wholeTbl>
    <a:band2H>
      <a:tcTxStyle b="def" i="def"/>
      <a:tcStyle>
        <a:tcBdr/>
        <a:fill>
          <a:solidFill>
            <a:srgbClr val="E7E9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D1CA"/>
          </a:solidFill>
        </a:fill>
      </a:tcStyle>
    </a:wholeTbl>
    <a:band2H>
      <a:tcTxStyle b="def" i="def"/>
      <a:tcStyle>
        <a:tcBdr/>
        <a:fill>
          <a:solidFill>
            <a:srgbClr val="FFE9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Shape 593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594" name="Shape 594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685800" latinLnBrk="0">
      <a:defRPr sz="900">
        <a:latin typeface="+mj-lt"/>
        <a:ea typeface="+mj-ea"/>
        <a:cs typeface="+mj-cs"/>
        <a:sym typeface="HTWBerlin Office"/>
      </a:defRPr>
    </a:lvl1pPr>
    <a:lvl2pPr indent="228600" defTabSz="685800" latinLnBrk="0">
      <a:defRPr sz="900">
        <a:latin typeface="+mj-lt"/>
        <a:ea typeface="+mj-ea"/>
        <a:cs typeface="+mj-cs"/>
        <a:sym typeface="HTWBerlin Office"/>
      </a:defRPr>
    </a:lvl2pPr>
    <a:lvl3pPr indent="457200" defTabSz="685800" latinLnBrk="0">
      <a:defRPr sz="900">
        <a:latin typeface="+mj-lt"/>
        <a:ea typeface="+mj-ea"/>
        <a:cs typeface="+mj-cs"/>
        <a:sym typeface="HTWBerlin Office"/>
      </a:defRPr>
    </a:lvl3pPr>
    <a:lvl4pPr indent="685800" defTabSz="685800" latinLnBrk="0">
      <a:defRPr sz="900">
        <a:latin typeface="+mj-lt"/>
        <a:ea typeface="+mj-ea"/>
        <a:cs typeface="+mj-cs"/>
        <a:sym typeface="HTWBerlin Office"/>
      </a:defRPr>
    </a:lvl4pPr>
    <a:lvl5pPr indent="914400" defTabSz="685800" latinLnBrk="0">
      <a:defRPr sz="900">
        <a:latin typeface="+mj-lt"/>
        <a:ea typeface="+mj-ea"/>
        <a:cs typeface="+mj-cs"/>
        <a:sym typeface="HTWBerlin Office"/>
      </a:defRPr>
    </a:lvl5pPr>
    <a:lvl6pPr indent="1143000" defTabSz="685800" latinLnBrk="0">
      <a:defRPr sz="900">
        <a:latin typeface="+mj-lt"/>
        <a:ea typeface="+mj-ea"/>
        <a:cs typeface="+mj-cs"/>
        <a:sym typeface="HTWBerlin Office"/>
      </a:defRPr>
    </a:lvl6pPr>
    <a:lvl7pPr indent="1371600" defTabSz="685800" latinLnBrk="0">
      <a:defRPr sz="900">
        <a:latin typeface="+mj-lt"/>
        <a:ea typeface="+mj-ea"/>
        <a:cs typeface="+mj-cs"/>
        <a:sym typeface="HTWBerlin Office"/>
      </a:defRPr>
    </a:lvl7pPr>
    <a:lvl8pPr indent="1600200" defTabSz="685800" latinLnBrk="0">
      <a:defRPr sz="900">
        <a:latin typeface="+mj-lt"/>
        <a:ea typeface="+mj-ea"/>
        <a:cs typeface="+mj-cs"/>
        <a:sym typeface="HTWBerlin Office"/>
      </a:defRPr>
    </a:lvl8pPr>
    <a:lvl9pPr indent="1828800" defTabSz="685800" latinLnBrk="0">
      <a:defRPr sz="900">
        <a:latin typeface="+mj-lt"/>
        <a:ea typeface="+mj-ea"/>
        <a:cs typeface="+mj-cs"/>
        <a:sym typeface="HTWBerlin Office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Relationship Id="rId3" Type="http://schemas.openxmlformats.org/officeDocument/2006/relationships/image" Target="../media/image1.png"/></Relationships>
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mit Foto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Body Level One…"/>
          <p:cNvSpPr txBox="1"/>
          <p:nvPr>
            <p:ph type="body" sz="quarter" idx="1" hasCustomPrompt="1"/>
          </p:nvPr>
        </p:nvSpPr>
        <p:spPr>
          <a:xfrm>
            <a:off x="539750" y="4253095"/>
            <a:ext cx="6490224" cy="8561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1800"/>
            </a:lvl1pPr>
            <a:lvl2pPr marL="215265" indent="-215265">
              <a:lnSpc>
                <a:spcPts val="2500"/>
              </a:lnSpc>
              <a:defRPr sz="1800"/>
            </a:lvl2pPr>
            <a:lvl3pPr marL="357188" indent="-177800">
              <a:lnSpc>
                <a:spcPts val="2500"/>
              </a:lnSpc>
              <a:defRPr sz="1800"/>
            </a:lvl3pPr>
            <a:lvl4pPr marL="357188" indent="-177800">
              <a:lnSpc>
                <a:spcPts val="2500"/>
              </a:lnSpc>
              <a:defRPr sz="1800"/>
            </a:lvl4pPr>
            <a:lvl5pPr marL="473273" indent="-201810">
              <a:lnSpc>
                <a:spcPts val="2500"/>
              </a:lnSpc>
              <a:defRPr sz="1800"/>
            </a:lvl5pPr>
          </a:lstStyle>
          <a:p>
            <a:pPr/>
            <a:r>
              <a:t>Add speaker /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13" name="Title Text"/>
          <p:cNvSpPr txBox="1"/>
          <p:nvPr>
            <p:ph type="title"/>
          </p:nvPr>
        </p:nvSpPr>
        <p:spPr>
          <a:xfrm>
            <a:off x="540364" y="2790660"/>
            <a:ext cx="6637920" cy="10643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14" name="Bildplatzhalter 16"/>
          <p:cNvSpPr/>
          <p:nvPr>
            <p:ph type="pic" idx="21"/>
          </p:nvPr>
        </p:nvSpPr>
        <p:spPr>
          <a:xfrm>
            <a:off x="0" y="0"/>
            <a:ext cx="9144000" cy="25740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15" name="Grafik 7" descr="Grafik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43999" y="3985733"/>
            <a:ext cx="1440001" cy="842207"/>
          </a:xfrm>
          <a:prstGeom prst="rect">
            <a:avLst/>
          </a:prstGeom>
          <a:ln w="12700">
            <a:miter lim="400000"/>
          </a:ln>
        </p:spPr>
      </p:pic>
      <p:sp>
        <p:nvSpPr>
          <p:cNvPr id="16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ohne Fo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hteck 1"/>
          <p:cNvSpPr/>
          <p:nvPr/>
        </p:nvSpPr>
        <p:spPr>
          <a:xfrm>
            <a:off x="-1" y="0"/>
            <a:ext cx="6886576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b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" name="Body Level One…"/>
          <p:cNvSpPr txBox="1"/>
          <p:nvPr>
            <p:ph type="body" sz="quarter" idx="1"/>
          </p:nvPr>
        </p:nvSpPr>
        <p:spPr>
          <a:xfrm>
            <a:off x="539748" y="1886097"/>
            <a:ext cx="6037222" cy="919425"/>
          </a:xfrm>
          <a:prstGeom prst="rect">
            <a:avLst/>
          </a:prstGeom>
        </p:spPr>
        <p:txBody>
          <a:bodyPr/>
          <a:lstStyle>
            <a:lvl1pPr>
              <a:lnSpc>
                <a:spcPts val="3200"/>
              </a:lnSpc>
              <a:spcBef>
                <a:spcPts val="0"/>
              </a:spcBef>
              <a:defRPr sz="3000">
                <a:solidFill>
                  <a:srgbClr val="FFFFFF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3pPr>
            <a:lvl4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4pPr>
            <a:lvl5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" name="Title Text"/>
          <p:cNvSpPr txBox="1"/>
          <p:nvPr>
            <p:ph type="title"/>
          </p:nvPr>
        </p:nvSpPr>
        <p:spPr>
          <a:xfrm>
            <a:off x="539748" y="1011286"/>
            <a:ext cx="6037222" cy="876652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26" name="Grafik 9" descr="Grafik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43999" y="3985733"/>
            <a:ext cx="1440001" cy="842207"/>
          </a:xfrm>
          <a:prstGeom prst="rect">
            <a:avLst/>
          </a:prstGeom>
          <a:ln w="12700">
            <a:miter lim="400000"/>
          </a:ln>
        </p:spPr>
      </p:pic>
      <p:sp>
        <p:nvSpPr>
          <p:cNvPr id="27" name="Textplatzhalter 3"/>
          <p:cNvSpPr/>
          <p:nvPr>
            <p:ph type="body" sz="quarter" idx="21" hasCustomPrompt="1"/>
          </p:nvPr>
        </p:nvSpPr>
        <p:spPr>
          <a:xfrm>
            <a:off x="539748" y="2868610"/>
            <a:ext cx="6037223" cy="8561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1800"/>
            </a:lvl1pPr>
          </a:lstStyle>
          <a:p>
            <a:pPr/>
            <a:r>
              <a:t>Add speaker / date </a:t>
            </a:r>
          </a:p>
        </p:txBody>
      </p:sp>
      <p:sp>
        <p:nvSpPr>
          <p:cNvPr id="28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ohne Fot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hteck 1"/>
          <p:cNvSpPr/>
          <p:nvPr/>
        </p:nvSpPr>
        <p:spPr>
          <a:xfrm>
            <a:off x="-2" y="-1"/>
            <a:ext cx="9144001" cy="25740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6" name="Body Level One…"/>
          <p:cNvSpPr txBox="1"/>
          <p:nvPr>
            <p:ph type="body" sz="quarter" idx="1"/>
          </p:nvPr>
        </p:nvSpPr>
        <p:spPr>
          <a:xfrm>
            <a:off x="539750" y="1886097"/>
            <a:ext cx="6490224" cy="614623"/>
          </a:xfrm>
          <a:prstGeom prst="rect">
            <a:avLst/>
          </a:prstGeom>
        </p:spPr>
        <p:txBody>
          <a:bodyPr/>
          <a:lstStyle>
            <a:lvl1pPr>
              <a:lnSpc>
                <a:spcPts val="3200"/>
              </a:lnSpc>
              <a:spcBef>
                <a:spcPts val="0"/>
              </a:spcBef>
              <a:defRPr sz="3000">
                <a:solidFill>
                  <a:srgbClr val="FFFFFF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3pPr>
            <a:lvl4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4pPr>
            <a:lvl5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" name="Title Text"/>
          <p:cNvSpPr txBox="1"/>
          <p:nvPr>
            <p:ph type="title"/>
          </p:nvPr>
        </p:nvSpPr>
        <p:spPr>
          <a:xfrm>
            <a:off x="539750" y="1011286"/>
            <a:ext cx="6490224" cy="876652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38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43999" y="3985733"/>
            <a:ext cx="1440001" cy="842207"/>
          </a:xfrm>
          <a:prstGeom prst="rect">
            <a:avLst/>
          </a:prstGeom>
          <a:ln w="12700">
            <a:miter lim="400000"/>
          </a:ln>
        </p:spPr>
      </p:pic>
      <p:sp>
        <p:nvSpPr>
          <p:cNvPr id="39" name="Textplatzhalter 3"/>
          <p:cNvSpPr/>
          <p:nvPr>
            <p:ph type="body" sz="quarter" idx="21" hasCustomPrompt="1"/>
          </p:nvPr>
        </p:nvSpPr>
        <p:spPr>
          <a:xfrm>
            <a:off x="539750" y="2868610"/>
            <a:ext cx="6490224" cy="8561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1800"/>
            </a:lvl1pPr>
          </a:lstStyle>
          <a:p>
            <a:pPr/>
            <a:r>
              <a:t>Add speaker / date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ren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hteck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b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8" name="Title Text"/>
          <p:cNvSpPr txBox="1"/>
          <p:nvPr>
            <p:ph type="title"/>
          </p:nvPr>
        </p:nvSpPr>
        <p:spPr>
          <a:xfrm>
            <a:off x="539748" y="1011286"/>
            <a:ext cx="6030386" cy="15604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49" name="Grafik 13" descr="Grafik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65654" y="4587240"/>
            <a:ext cx="720323" cy="221552"/>
          </a:xfrm>
          <a:prstGeom prst="rect">
            <a:avLst/>
          </a:prstGeom>
          <a:ln w="12700">
            <a:miter lim="400000"/>
          </a:ln>
        </p:spPr>
      </p:pic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mit Foto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Body Level One…"/>
          <p:cNvSpPr txBox="1"/>
          <p:nvPr>
            <p:ph type="body" sz="quarter" idx="1"/>
          </p:nvPr>
        </p:nvSpPr>
        <p:spPr>
          <a:xfrm>
            <a:off x="4572000" y="1880810"/>
            <a:ext cx="4212000" cy="614623"/>
          </a:xfrm>
          <a:prstGeom prst="rect">
            <a:avLst/>
          </a:prstGeom>
        </p:spPr>
        <p:txBody>
          <a:bodyPr/>
          <a:lstStyle>
            <a:lvl1pPr>
              <a:lnSpc>
                <a:spcPts val="3200"/>
              </a:lnSpc>
              <a:spcBef>
                <a:spcPts val="0"/>
              </a:spcBef>
              <a:defRPr sz="3000">
                <a:solidFill>
                  <a:schemeClr val="accent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chemeClr val="accent1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chemeClr val="accent1"/>
                </a:solidFill>
              </a:defRPr>
            </a:lvl3pPr>
            <a:lvl4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chemeClr val="accent1"/>
                </a:solidFill>
              </a:defRPr>
            </a:lvl4pPr>
            <a:lvl5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Title Text"/>
          <p:cNvSpPr txBox="1"/>
          <p:nvPr>
            <p:ph type="title"/>
          </p:nvPr>
        </p:nvSpPr>
        <p:spPr>
          <a:xfrm>
            <a:off x="4572000" y="1006000"/>
            <a:ext cx="4212000" cy="87233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59" name="Grafik 14" descr="Grafik 14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43999" y="3985733"/>
            <a:ext cx="1440001" cy="842207"/>
          </a:xfrm>
          <a:prstGeom prst="rect">
            <a:avLst/>
          </a:prstGeom>
          <a:ln w="12700">
            <a:miter lim="400000"/>
          </a:ln>
        </p:spPr>
      </p:pic>
      <p:sp>
        <p:nvSpPr>
          <p:cNvPr id="60" name="Bildplatzhalter 16"/>
          <p:cNvSpPr/>
          <p:nvPr>
            <p:ph type="pic" idx="21"/>
          </p:nvPr>
        </p:nvSpPr>
        <p:spPr>
          <a:xfrm>
            <a:off x="0" y="0"/>
            <a:ext cx="4211638" cy="5143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61" name="Textplatzhalter 3"/>
          <p:cNvSpPr/>
          <p:nvPr>
            <p:ph type="body" sz="quarter" idx="22" hasCustomPrompt="1"/>
          </p:nvPr>
        </p:nvSpPr>
        <p:spPr>
          <a:xfrm>
            <a:off x="4572001" y="2868610"/>
            <a:ext cx="4212002" cy="84220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1800"/>
            </a:lvl1pPr>
          </a:lstStyle>
          <a:p>
            <a:pPr/>
            <a:r>
              <a:t>Add speaker / date</a:t>
            </a:r>
          </a:p>
        </p:txBody>
      </p:sp>
      <p:sp>
        <p:nvSpPr>
          <p:cNvPr id="62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rafik 9" descr="Grafik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64500" y="4587240"/>
            <a:ext cx="720000" cy="221552"/>
          </a:xfrm>
          <a:prstGeom prst="rect">
            <a:avLst/>
          </a:prstGeom>
          <a:ln w="12700">
            <a:miter lim="400000"/>
          </a:ln>
        </p:spPr>
      </p:pic>
      <p:sp>
        <p:nvSpPr>
          <p:cNvPr id="7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7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+ 1spalti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+ 2spalti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88" name="Body Level One…"/>
          <p:cNvSpPr txBox="1"/>
          <p:nvPr>
            <p:ph type="body" sz="half" idx="1"/>
          </p:nvPr>
        </p:nvSpPr>
        <p:spPr>
          <a:xfrm>
            <a:off x="539999" y="998574"/>
            <a:ext cx="3671640" cy="3420001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 marL="179388" indent="-179388">
              <a:defRPr sz="1400"/>
            </a:lvl2pPr>
            <a:lvl3pPr marL="386821" indent="-207433">
              <a:defRPr sz="1400"/>
            </a:lvl3pPr>
            <a:lvl4pPr marL="585499" indent="-228310">
              <a:defRPr sz="1400"/>
            </a:lvl4pPr>
            <a:lvl5pPr marL="450850" indent="-179387"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9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+ 2spaltiger Tex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97" name="Body Level One…"/>
          <p:cNvSpPr txBox="1"/>
          <p:nvPr>
            <p:ph type="body" sz="quarter" idx="1"/>
          </p:nvPr>
        </p:nvSpPr>
        <p:spPr>
          <a:xfrm>
            <a:off x="539999" y="2660950"/>
            <a:ext cx="3671640" cy="175762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 marL="0" indent="0">
              <a:buSzTx/>
              <a:buNone/>
              <a:defRPr sz="1400"/>
            </a:lvl2pPr>
            <a:lvl3pPr marL="0" indent="0">
              <a:buSzTx/>
              <a:buNone/>
              <a:defRPr sz="1400"/>
            </a:lvl3pPr>
            <a:lvl4pPr marL="357188" indent="-177800">
              <a:defRPr sz="1400"/>
            </a:lvl4pPr>
            <a:lvl5pPr marL="522605" indent="-251143"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98" name="Bildplatzhalter 16"/>
          <p:cNvSpPr/>
          <p:nvPr>
            <p:ph type="pic" sz="quarter" idx="21"/>
          </p:nvPr>
        </p:nvSpPr>
        <p:spPr>
          <a:xfrm>
            <a:off x="539750" y="998574"/>
            <a:ext cx="3671888" cy="15172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99" name="Bildplatzhalter 16"/>
          <p:cNvSpPr/>
          <p:nvPr>
            <p:ph type="pic" sz="quarter" idx="22"/>
          </p:nvPr>
        </p:nvSpPr>
        <p:spPr>
          <a:xfrm>
            <a:off x="4392612" y="998574"/>
            <a:ext cx="3671888" cy="15172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itel + 2spaltiger Text mi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rafik 9" descr="Grafik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64500" y="4587240"/>
            <a:ext cx="720000" cy="221552"/>
          </a:xfrm>
          <a:prstGeom prst="rect">
            <a:avLst/>
          </a:prstGeom>
          <a:ln w="12700">
            <a:miter lim="400000"/>
          </a:ln>
        </p:spPr>
      </p:pic>
      <p:sp>
        <p:nvSpPr>
          <p:cNvPr id="108" name="Title Text"/>
          <p:cNvSpPr txBox="1"/>
          <p:nvPr>
            <p:ph type="title"/>
          </p:nvPr>
        </p:nvSpPr>
        <p:spPr>
          <a:xfrm>
            <a:off x="539750" y="305146"/>
            <a:ext cx="4649471" cy="44363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09" name="Body Level One…"/>
          <p:cNvSpPr txBox="1"/>
          <p:nvPr>
            <p:ph type="body" sz="half" idx="1"/>
          </p:nvPr>
        </p:nvSpPr>
        <p:spPr>
          <a:xfrm>
            <a:off x="539999" y="1320163"/>
            <a:ext cx="4649223" cy="309841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 marL="179388" indent="-179388">
              <a:defRPr sz="1400"/>
            </a:lvl2pPr>
            <a:lvl3pPr marL="386821" indent="-207433">
              <a:defRPr sz="1400"/>
            </a:lvl3pPr>
            <a:lvl4pPr marL="585499" indent="-228310">
              <a:defRPr sz="1400"/>
            </a:lvl4pPr>
            <a:lvl5pPr marL="450850" indent="-179387"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0" name="Rechteck 7"/>
          <p:cNvSpPr/>
          <p:nvPr/>
        </p:nvSpPr>
        <p:spPr>
          <a:xfrm>
            <a:off x="5470723" y="-5"/>
            <a:ext cx="3673277" cy="5143506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111" name="Grafik 8" descr="Grafik 8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65654" y="4587240"/>
            <a:ext cx="720323" cy="221552"/>
          </a:xfrm>
          <a:prstGeom prst="rect">
            <a:avLst/>
          </a:prstGeom>
          <a:ln w="12700">
            <a:miter lim="400000"/>
          </a:ln>
        </p:spPr>
      </p:pic>
      <p:sp>
        <p:nvSpPr>
          <p:cNvPr id="11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Titel + 3spalti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0" name="Body Level One…"/>
          <p:cNvSpPr txBox="1"/>
          <p:nvPr>
            <p:ph type="body" sz="quarter" idx="1"/>
          </p:nvPr>
        </p:nvSpPr>
        <p:spPr>
          <a:xfrm>
            <a:off x="539999" y="998574"/>
            <a:ext cx="2382190" cy="3420001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 marL="179386" indent="-179386">
              <a:defRPr sz="1200"/>
            </a:lvl2pPr>
            <a:lvl3pPr marL="373350" indent="-193963">
              <a:defRPr sz="1200"/>
            </a:lvl3pPr>
            <a:lvl4pPr marL="331788" indent="-152400">
              <a:defRPr sz="1200"/>
            </a:lvl4pPr>
            <a:lvl5pPr marL="486726" indent="-215265"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2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+ 3spaltiger Text +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9" name="Body Level One…"/>
          <p:cNvSpPr txBox="1"/>
          <p:nvPr>
            <p:ph type="body" sz="quarter" idx="1"/>
          </p:nvPr>
        </p:nvSpPr>
        <p:spPr>
          <a:xfrm>
            <a:off x="539999" y="2390018"/>
            <a:ext cx="2382190" cy="20285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 marL="179386" indent="-179386">
              <a:defRPr sz="1200"/>
            </a:lvl2pPr>
            <a:lvl3pPr marL="373350" indent="-193963">
              <a:defRPr sz="1200"/>
            </a:lvl3pPr>
            <a:lvl4pPr marL="331788" indent="-152400">
              <a:defRPr sz="1200"/>
            </a:lvl4pPr>
            <a:lvl5pPr marL="486726" indent="-215265"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Bildplatzhalter 16"/>
          <p:cNvSpPr/>
          <p:nvPr>
            <p:ph type="pic" sz="quarter" idx="21"/>
          </p:nvPr>
        </p:nvSpPr>
        <p:spPr>
          <a:xfrm>
            <a:off x="539751" y="1040189"/>
            <a:ext cx="2382438" cy="12288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1" name="Bildplatzhalter 16"/>
          <p:cNvSpPr/>
          <p:nvPr>
            <p:ph type="pic" sz="quarter" idx="22"/>
          </p:nvPr>
        </p:nvSpPr>
        <p:spPr>
          <a:xfrm>
            <a:off x="3111156" y="1040189"/>
            <a:ext cx="2382438" cy="12288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2" name="Bildplatzhalter 16"/>
          <p:cNvSpPr/>
          <p:nvPr>
            <p:ph type="pic" sz="quarter" idx="23"/>
          </p:nvPr>
        </p:nvSpPr>
        <p:spPr>
          <a:xfrm>
            <a:off x="5682312" y="1040189"/>
            <a:ext cx="2382438" cy="12288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3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+ Text-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Bildplatzhalter 16"/>
          <p:cNvSpPr/>
          <p:nvPr>
            <p:ph type="pic" idx="21"/>
          </p:nvPr>
        </p:nvSpPr>
        <p:spPr>
          <a:xfrm>
            <a:off x="5470723" y="-3"/>
            <a:ext cx="3673277" cy="5143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41" name="Mastertitelformatbearbeiten"/>
          <p:cNvSpPr txBox="1"/>
          <p:nvPr>
            <p:ph type="title" hasCustomPrompt="1"/>
          </p:nvPr>
        </p:nvSpPr>
        <p:spPr>
          <a:xfrm>
            <a:off x="539750" y="305146"/>
            <a:ext cx="4661424" cy="876652"/>
          </a:xfrm>
          <a:prstGeom prst="rect">
            <a:avLst/>
          </a:prstGeom>
        </p:spPr>
        <p:txBody>
          <a:bodyPr/>
          <a:lstStyle/>
          <a:p>
            <a:pPr/>
            <a:r>
              <a:t>Mastertitelformatbearbeiten</a:t>
            </a:r>
          </a:p>
        </p:txBody>
      </p:sp>
      <p:sp>
        <p:nvSpPr>
          <p:cNvPr id="142" name="Body Level One…"/>
          <p:cNvSpPr txBox="1"/>
          <p:nvPr>
            <p:ph type="body" sz="half" idx="1"/>
          </p:nvPr>
        </p:nvSpPr>
        <p:spPr>
          <a:xfrm>
            <a:off x="539999" y="1320163"/>
            <a:ext cx="4649223" cy="309841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 marL="179388" indent="-179388">
              <a:defRPr sz="1400"/>
            </a:lvl2pPr>
            <a:lvl3pPr marL="386821" indent="-207433">
              <a:defRPr sz="1400"/>
            </a:lvl3pPr>
            <a:lvl4pPr marL="585499" indent="-228310">
              <a:defRPr sz="1400"/>
            </a:lvl4pPr>
            <a:lvl5pPr marL="450850" indent="-179387"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1_Titel + Text-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Bildplatzhalter 16"/>
          <p:cNvSpPr/>
          <p:nvPr>
            <p:ph type="pic" idx="21"/>
          </p:nvPr>
        </p:nvSpPr>
        <p:spPr>
          <a:xfrm>
            <a:off x="0" y="-3"/>
            <a:ext cx="5470724" cy="5143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51" name="Body Level One…"/>
          <p:cNvSpPr txBox="1"/>
          <p:nvPr>
            <p:ph type="body" sz="quarter" idx="1"/>
          </p:nvPr>
        </p:nvSpPr>
        <p:spPr>
          <a:xfrm>
            <a:off x="5802312" y="1368244"/>
            <a:ext cx="2262189" cy="3048956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373350" indent="-193963">
              <a:defRPr sz="1200"/>
            </a:lvl3pPr>
            <a:lvl4pPr marL="357188" indent="-177800">
              <a:defRPr sz="1200"/>
            </a:lvl4pPr>
            <a:lvl5pPr marL="589597" indent="-318134"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52" name="Title Text"/>
          <p:cNvSpPr txBox="1"/>
          <p:nvPr>
            <p:ph type="title"/>
          </p:nvPr>
        </p:nvSpPr>
        <p:spPr>
          <a:xfrm>
            <a:off x="5802312" y="305146"/>
            <a:ext cx="2982914" cy="106309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5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+ 2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61" name="Bildplatzhalter 7"/>
          <p:cNvSpPr/>
          <p:nvPr>
            <p:ph type="pic" idx="21"/>
          </p:nvPr>
        </p:nvSpPr>
        <p:spPr>
          <a:xfrm>
            <a:off x="0" y="1058862"/>
            <a:ext cx="5459294" cy="40846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2" name="Bildplatzhalter 7"/>
          <p:cNvSpPr/>
          <p:nvPr>
            <p:ph type="pic" sz="half" idx="22"/>
          </p:nvPr>
        </p:nvSpPr>
        <p:spPr>
          <a:xfrm>
            <a:off x="5470723" y="1058862"/>
            <a:ext cx="3673277" cy="40846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6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+ Foto quer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71" name="Bildplatzhalter 7"/>
          <p:cNvSpPr/>
          <p:nvPr>
            <p:ph type="pic" idx="21"/>
          </p:nvPr>
        </p:nvSpPr>
        <p:spPr>
          <a:xfrm>
            <a:off x="0" y="1058400"/>
            <a:ext cx="9144000" cy="40846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7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+ Foto vollforma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Bildplatzhalter 7"/>
          <p:cNvSpPr/>
          <p:nvPr>
            <p:ph type="pic" idx="21"/>
          </p:nvPr>
        </p:nvSpPr>
        <p:spPr>
          <a:xfrm>
            <a:off x="0" y="0"/>
            <a:ext cx="9144000" cy="514303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80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8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el + Foto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Bildplatzhalter 7"/>
          <p:cNvSpPr/>
          <p:nvPr>
            <p:ph type="pic" idx="21"/>
          </p:nvPr>
        </p:nvSpPr>
        <p:spPr>
          <a:xfrm>
            <a:off x="0" y="1"/>
            <a:ext cx="9144000" cy="25717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189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Rechteck 1"/>
          <p:cNvSpPr/>
          <p:nvPr/>
        </p:nvSpPr>
        <p:spPr>
          <a:xfrm>
            <a:off x="-2" y="1058861"/>
            <a:ext cx="9144001" cy="40846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9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99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Rechteck 1"/>
          <p:cNvSpPr/>
          <p:nvPr/>
        </p:nvSpPr>
        <p:spPr>
          <a:xfrm>
            <a:off x="-3" y="0"/>
            <a:ext cx="6138004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7" name="Title Text"/>
          <p:cNvSpPr txBox="1"/>
          <p:nvPr>
            <p:ph type="title"/>
          </p:nvPr>
        </p:nvSpPr>
        <p:spPr>
          <a:xfrm>
            <a:off x="539750" y="1011286"/>
            <a:ext cx="4392001" cy="87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08" name="Textfeld 8"/>
          <p:cNvSpPr txBox="1"/>
          <p:nvPr/>
        </p:nvSpPr>
        <p:spPr>
          <a:xfrm>
            <a:off x="539637" y="4596898"/>
            <a:ext cx="3672003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pic>
        <p:nvPicPr>
          <p:cNvPr id="209" name="Grafik 9" descr="Grafik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43999" y="3985733"/>
            <a:ext cx="1440001" cy="842207"/>
          </a:xfrm>
          <a:prstGeom prst="rect">
            <a:avLst/>
          </a:prstGeom>
          <a:ln w="12700">
            <a:miter lim="400000"/>
          </a:ln>
        </p:spPr>
      </p:pic>
      <p:sp>
        <p:nvSpPr>
          <p:cNvPr id="210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Rechteck 1"/>
          <p:cNvSpPr/>
          <p:nvPr/>
        </p:nvSpPr>
        <p:spPr>
          <a:xfrm>
            <a:off x="-2" y="-1"/>
            <a:ext cx="9144001" cy="25740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18" name="Title Text"/>
          <p:cNvSpPr txBox="1"/>
          <p:nvPr>
            <p:ph type="title"/>
          </p:nvPr>
        </p:nvSpPr>
        <p:spPr>
          <a:xfrm>
            <a:off x="539750" y="1011286"/>
            <a:ext cx="8244252" cy="87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219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43999" y="3985733"/>
            <a:ext cx="1440001" cy="842207"/>
          </a:xfrm>
          <a:prstGeom prst="rect">
            <a:avLst/>
          </a:prstGeom>
          <a:ln w="12700">
            <a:miter lim="400000"/>
          </a:ln>
        </p:spPr>
      </p:pic>
      <p:sp>
        <p:nvSpPr>
          <p:cNvPr id="220" name="Textfeld 9"/>
          <p:cNvSpPr txBox="1"/>
          <p:nvPr/>
        </p:nvSpPr>
        <p:spPr>
          <a:xfrm>
            <a:off x="539637" y="4596898"/>
            <a:ext cx="3672003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sp>
        <p:nvSpPr>
          <p:cNvPr id="221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Bildplatzhalter 7"/>
          <p:cNvSpPr/>
          <p:nvPr>
            <p:ph type="pic" idx="21"/>
          </p:nvPr>
        </p:nvSpPr>
        <p:spPr>
          <a:xfrm>
            <a:off x="0" y="1"/>
            <a:ext cx="9144000" cy="25717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29" name="Title Text"/>
          <p:cNvSpPr txBox="1"/>
          <p:nvPr>
            <p:ph type="title"/>
          </p:nvPr>
        </p:nvSpPr>
        <p:spPr>
          <a:xfrm>
            <a:off x="539750" y="1011286"/>
            <a:ext cx="8244252" cy="87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230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43999" y="3985733"/>
            <a:ext cx="1440001" cy="842207"/>
          </a:xfrm>
          <a:prstGeom prst="rect">
            <a:avLst/>
          </a:prstGeom>
          <a:ln w="12700">
            <a:miter lim="400000"/>
          </a:ln>
        </p:spPr>
      </p:pic>
      <p:sp>
        <p:nvSpPr>
          <p:cNvPr id="231" name="Textfeld 9"/>
          <p:cNvSpPr txBox="1"/>
          <p:nvPr/>
        </p:nvSpPr>
        <p:spPr>
          <a:xfrm>
            <a:off x="539637" y="4596898"/>
            <a:ext cx="3672003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sp>
        <p:nvSpPr>
          <p:cNvPr id="232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Rechteck 1"/>
          <p:cNvSpPr/>
          <p:nvPr/>
        </p:nvSpPr>
        <p:spPr>
          <a:xfrm>
            <a:off x="-2" y="-1"/>
            <a:ext cx="9144001" cy="25740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0" name="Title Text"/>
          <p:cNvSpPr txBox="1"/>
          <p:nvPr>
            <p:ph type="title"/>
          </p:nvPr>
        </p:nvSpPr>
        <p:spPr>
          <a:xfrm>
            <a:off x="539750" y="1011286"/>
            <a:ext cx="8244252" cy="87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241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43999" y="3985733"/>
            <a:ext cx="1440001" cy="842207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Textfeld 9"/>
          <p:cNvSpPr txBox="1"/>
          <p:nvPr/>
        </p:nvSpPr>
        <p:spPr>
          <a:xfrm>
            <a:off x="539637" y="4596898"/>
            <a:ext cx="3672003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sp>
        <p:nvSpPr>
          <p:cNvPr id="243" name="Bildplatzhalter 16"/>
          <p:cNvSpPr/>
          <p:nvPr>
            <p:ph type="pic" sz="quarter" idx="21"/>
          </p:nvPr>
        </p:nvSpPr>
        <p:spPr>
          <a:xfrm>
            <a:off x="539639" y="2192781"/>
            <a:ext cx="1577221" cy="1577222"/>
          </a:xfrm>
          <a:prstGeom prst="rect">
            <a:avLst/>
          </a:prstGeom>
          <a:ln w="57150">
            <a:solidFill>
              <a:srgbClr val="F2F2F2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44" name="Body Level One…"/>
          <p:cNvSpPr txBox="1"/>
          <p:nvPr>
            <p:ph type="body" sz="quarter" idx="1"/>
          </p:nvPr>
        </p:nvSpPr>
        <p:spPr>
          <a:xfrm>
            <a:off x="2375636" y="2781974"/>
            <a:ext cx="4212003" cy="135024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  <a:lvl2pPr marL="0" indent="0">
              <a:spcBef>
                <a:spcPts val="0"/>
              </a:spcBef>
              <a:buSzTx/>
              <a:buNone/>
              <a:defRPr sz="1800"/>
            </a:lvl2pPr>
            <a:lvl3pPr marL="0" indent="0">
              <a:spcBef>
                <a:spcPts val="0"/>
              </a:spcBef>
              <a:buSzTx/>
              <a:buNone/>
              <a:defRPr sz="1800"/>
            </a:lvl3pPr>
            <a:lvl4pPr marL="0" indent="0">
              <a:spcBef>
                <a:spcPts val="0"/>
              </a:spcBef>
              <a:buSzTx/>
              <a:buNone/>
              <a:defRPr sz="1800"/>
            </a:lvl4pPr>
            <a:lvl5pPr marL="0" indent="0">
              <a:spcBef>
                <a:spcPts val="0"/>
              </a:spcBef>
              <a:buSzTx/>
              <a:buNone/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5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Bildplatzhalter 7"/>
          <p:cNvSpPr/>
          <p:nvPr>
            <p:ph type="pic" idx="21"/>
          </p:nvPr>
        </p:nvSpPr>
        <p:spPr>
          <a:xfrm>
            <a:off x="0" y="1"/>
            <a:ext cx="9144000" cy="25717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53" name="Title Text"/>
          <p:cNvSpPr txBox="1"/>
          <p:nvPr>
            <p:ph type="title"/>
          </p:nvPr>
        </p:nvSpPr>
        <p:spPr>
          <a:xfrm>
            <a:off x="539750" y="1011286"/>
            <a:ext cx="8244252" cy="87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254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43999" y="3985733"/>
            <a:ext cx="1440001" cy="842207"/>
          </a:xfrm>
          <a:prstGeom prst="rect">
            <a:avLst/>
          </a:prstGeom>
          <a:ln w="12700">
            <a:miter lim="400000"/>
          </a:ln>
        </p:spPr>
      </p:pic>
      <p:sp>
        <p:nvSpPr>
          <p:cNvPr id="255" name="Textfeld 9"/>
          <p:cNvSpPr txBox="1"/>
          <p:nvPr/>
        </p:nvSpPr>
        <p:spPr>
          <a:xfrm>
            <a:off x="539637" y="4596898"/>
            <a:ext cx="3672003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sp>
        <p:nvSpPr>
          <p:cNvPr id="256" name="Bildplatzhalter 16"/>
          <p:cNvSpPr/>
          <p:nvPr>
            <p:ph type="pic" sz="quarter" idx="22"/>
          </p:nvPr>
        </p:nvSpPr>
        <p:spPr>
          <a:xfrm>
            <a:off x="539639" y="2192781"/>
            <a:ext cx="1577221" cy="1577222"/>
          </a:xfrm>
          <a:prstGeom prst="rect">
            <a:avLst/>
          </a:prstGeom>
          <a:ln w="57150">
            <a:solidFill>
              <a:srgbClr val="F2F2F2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257" name="Body Level One…"/>
          <p:cNvSpPr txBox="1"/>
          <p:nvPr>
            <p:ph type="body" sz="quarter" idx="1"/>
          </p:nvPr>
        </p:nvSpPr>
        <p:spPr>
          <a:xfrm>
            <a:off x="2375636" y="2781974"/>
            <a:ext cx="4212003" cy="135024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  <a:lvl2pPr marL="0" indent="0">
              <a:spcBef>
                <a:spcPts val="0"/>
              </a:spcBef>
              <a:buSzTx/>
              <a:buNone/>
              <a:defRPr sz="1800"/>
            </a:lvl2pPr>
            <a:lvl3pPr marL="0" indent="0">
              <a:spcBef>
                <a:spcPts val="0"/>
              </a:spcBef>
              <a:buSzTx/>
              <a:buNone/>
              <a:defRPr sz="1800"/>
            </a:lvl3pPr>
            <a:lvl4pPr marL="0" indent="0">
              <a:spcBef>
                <a:spcPts val="0"/>
              </a:spcBef>
              <a:buSzTx/>
              <a:buNone/>
              <a:defRPr sz="1800"/>
            </a:lvl4pPr>
            <a:lvl5pPr marL="0" indent="0">
              <a:spcBef>
                <a:spcPts val="0"/>
              </a:spcBef>
              <a:buSzTx/>
              <a:buNone/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8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Rechteck 1"/>
          <p:cNvSpPr/>
          <p:nvPr/>
        </p:nvSpPr>
        <p:spPr>
          <a:xfrm>
            <a:off x="-2" y="-1"/>
            <a:ext cx="9144001" cy="5195455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266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3241101" y="1374007"/>
            <a:ext cx="2661794" cy="1556790"/>
          </a:xfrm>
          <a:prstGeom prst="rect">
            <a:avLst/>
          </a:prstGeom>
          <a:ln w="12700">
            <a:miter lim="400000"/>
          </a:ln>
        </p:spPr>
      </p:pic>
      <p:sp>
        <p:nvSpPr>
          <p:cNvPr id="267" name="Textfeld 9"/>
          <p:cNvSpPr txBox="1"/>
          <p:nvPr/>
        </p:nvSpPr>
        <p:spPr>
          <a:xfrm>
            <a:off x="3751914" y="3691292"/>
            <a:ext cx="3672000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sp>
        <p:nvSpPr>
          <p:cNvPr id="268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Titelfolie mit Foto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Body Level One…"/>
          <p:cNvSpPr txBox="1"/>
          <p:nvPr>
            <p:ph type="body" sz="quarter" idx="1" hasCustomPrompt="1"/>
          </p:nvPr>
        </p:nvSpPr>
        <p:spPr>
          <a:xfrm>
            <a:off x="539750" y="4253095"/>
            <a:ext cx="6490224" cy="8561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1800"/>
            </a:lvl1pPr>
            <a:lvl2pPr marL="215265" indent="-215265">
              <a:lnSpc>
                <a:spcPts val="2500"/>
              </a:lnSpc>
              <a:defRPr sz="1800"/>
            </a:lvl2pPr>
            <a:lvl3pPr marL="357188" indent="-177800">
              <a:lnSpc>
                <a:spcPts val="2500"/>
              </a:lnSpc>
              <a:defRPr sz="1800"/>
            </a:lvl3pPr>
            <a:lvl4pPr marL="357188" indent="-177800">
              <a:lnSpc>
                <a:spcPts val="2500"/>
              </a:lnSpc>
              <a:defRPr sz="1800"/>
            </a:lvl4pPr>
            <a:lvl5pPr marL="473273" indent="-201810">
              <a:lnSpc>
                <a:spcPts val="2500"/>
              </a:lnSpc>
              <a:defRPr sz="1800"/>
            </a:lvl5pPr>
          </a:lstStyle>
          <a:p>
            <a:pPr/>
            <a:r>
              <a:t>Add speaker |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76" name="Title Text"/>
          <p:cNvSpPr txBox="1"/>
          <p:nvPr>
            <p:ph type="title"/>
          </p:nvPr>
        </p:nvSpPr>
        <p:spPr>
          <a:xfrm>
            <a:off x="540364" y="2790661"/>
            <a:ext cx="6637920" cy="3984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77" name="Bildplatzhalter 16"/>
          <p:cNvSpPr/>
          <p:nvPr>
            <p:ph type="pic" idx="21"/>
          </p:nvPr>
        </p:nvSpPr>
        <p:spPr>
          <a:xfrm>
            <a:off x="0" y="0"/>
            <a:ext cx="9144000" cy="25740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278" name="Grafik 7" descr="Grafik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43999" y="3985733"/>
            <a:ext cx="1440001" cy="842207"/>
          </a:xfrm>
          <a:prstGeom prst="rect">
            <a:avLst/>
          </a:prstGeom>
          <a:ln w="12700">
            <a:miter lim="400000"/>
          </a:ln>
        </p:spPr>
      </p:pic>
      <p:sp>
        <p:nvSpPr>
          <p:cNvPr id="279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Rechteck 1"/>
          <p:cNvSpPr/>
          <p:nvPr/>
        </p:nvSpPr>
        <p:spPr>
          <a:xfrm>
            <a:off x="-2" y="-1"/>
            <a:ext cx="9144001" cy="25740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87" name="Edit Master Title Format"/>
          <p:cNvSpPr txBox="1"/>
          <p:nvPr>
            <p:ph type="title" hasCustomPrompt="1"/>
          </p:nvPr>
        </p:nvSpPr>
        <p:spPr>
          <a:xfrm>
            <a:off x="539750" y="1011286"/>
            <a:ext cx="4392001" cy="4406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Edit Master Title Format</a:t>
            </a:r>
          </a:p>
        </p:txBody>
      </p:sp>
      <p:pic>
        <p:nvPicPr>
          <p:cNvPr id="288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343999" y="3985733"/>
            <a:ext cx="1440001" cy="842207"/>
          </a:xfrm>
          <a:prstGeom prst="rect">
            <a:avLst/>
          </a:prstGeom>
          <a:ln w="12700">
            <a:miter lim="400000"/>
          </a:ln>
        </p:spPr>
      </p:pic>
      <p:sp>
        <p:nvSpPr>
          <p:cNvPr id="289" name="Textfeld 9"/>
          <p:cNvSpPr txBox="1"/>
          <p:nvPr/>
        </p:nvSpPr>
        <p:spPr>
          <a:xfrm>
            <a:off x="539637" y="4596898"/>
            <a:ext cx="3672003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sp>
        <p:nvSpPr>
          <p:cNvPr id="290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mit Foto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Body Level One…"/>
          <p:cNvSpPr txBox="1"/>
          <p:nvPr>
            <p:ph type="body" sz="quarter" idx="1" hasCustomPrompt="1"/>
          </p:nvPr>
        </p:nvSpPr>
        <p:spPr>
          <a:xfrm>
            <a:off x="539750" y="4253095"/>
            <a:ext cx="6490224" cy="8561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1800"/>
            </a:lvl1pPr>
            <a:lvl2pPr marL="215265" indent="-215265">
              <a:lnSpc>
                <a:spcPts val="2500"/>
              </a:lnSpc>
              <a:defRPr sz="1800"/>
            </a:lvl2pPr>
            <a:lvl3pPr marL="357188" indent="-177800">
              <a:lnSpc>
                <a:spcPts val="2500"/>
              </a:lnSpc>
              <a:defRPr sz="1800"/>
            </a:lvl3pPr>
            <a:lvl4pPr marL="357188" indent="-177800">
              <a:lnSpc>
                <a:spcPts val="2500"/>
              </a:lnSpc>
              <a:defRPr sz="1800"/>
            </a:lvl4pPr>
            <a:lvl5pPr marL="473273" indent="-201810">
              <a:lnSpc>
                <a:spcPts val="2500"/>
              </a:lnSpc>
              <a:defRPr sz="1800"/>
            </a:lvl5pPr>
          </a:lstStyle>
          <a:p>
            <a:pPr/>
            <a:r>
              <a:t>Add speaker /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298" name="Title Text"/>
          <p:cNvSpPr txBox="1"/>
          <p:nvPr>
            <p:ph type="title"/>
          </p:nvPr>
        </p:nvSpPr>
        <p:spPr>
          <a:xfrm>
            <a:off x="540364" y="2790660"/>
            <a:ext cx="6637920" cy="1064391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299" name="Bildplatzhalter 16"/>
          <p:cNvSpPr/>
          <p:nvPr>
            <p:ph type="pic" idx="21"/>
          </p:nvPr>
        </p:nvSpPr>
        <p:spPr>
          <a:xfrm>
            <a:off x="0" y="0"/>
            <a:ext cx="9144000" cy="25740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300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5167" y="3843728"/>
            <a:ext cx="2008887" cy="1108802"/>
          </a:xfrm>
          <a:prstGeom prst="rect">
            <a:avLst/>
          </a:prstGeom>
          <a:ln w="12700">
            <a:miter lim="400000"/>
          </a:ln>
        </p:spPr>
      </p:pic>
      <p:sp>
        <p:nvSpPr>
          <p:cNvPr id="301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ohne Foto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Rechteck 1"/>
          <p:cNvSpPr/>
          <p:nvPr/>
        </p:nvSpPr>
        <p:spPr>
          <a:xfrm>
            <a:off x="-1" y="0"/>
            <a:ext cx="6886576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b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09" name="Body Level One…"/>
          <p:cNvSpPr txBox="1"/>
          <p:nvPr>
            <p:ph type="body" sz="quarter" idx="1"/>
          </p:nvPr>
        </p:nvSpPr>
        <p:spPr>
          <a:xfrm>
            <a:off x="539748" y="1886097"/>
            <a:ext cx="6037222" cy="919425"/>
          </a:xfrm>
          <a:prstGeom prst="rect">
            <a:avLst/>
          </a:prstGeom>
        </p:spPr>
        <p:txBody>
          <a:bodyPr/>
          <a:lstStyle>
            <a:lvl1pPr>
              <a:lnSpc>
                <a:spcPts val="3200"/>
              </a:lnSpc>
              <a:spcBef>
                <a:spcPts val="0"/>
              </a:spcBef>
              <a:defRPr sz="3000">
                <a:solidFill>
                  <a:srgbClr val="FFFFFF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3pPr>
            <a:lvl4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4pPr>
            <a:lvl5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0" name="Title Text"/>
          <p:cNvSpPr txBox="1"/>
          <p:nvPr>
            <p:ph type="title"/>
          </p:nvPr>
        </p:nvSpPr>
        <p:spPr>
          <a:xfrm>
            <a:off x="539748" y="1011286"/>
            <a:ext cx="6037222" cy="876652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11" name="Textplatzhalter 3"/>
          <p:cNvSpPr/>
          <p:nvPr>
            <p:ph type="body" sz="quarter" idx="21" hasCustomPrompt="1"/>
          </p:nvPr>
        </p:nvSpPr>
        <p:spPr>
          <a:xfrm>
            <a:off x="539748" y="2868610"/>
            <a:ext cx="6037223" cy="8561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1800"/>
            </a:lvl1pPr>
          </a:lstStyle>
          <a:p>
            <a:pPr/>
            <a:r>
              <a:t>Add speaker / date </a:t>
            </a:r>
          </a:p>
        </p:txBody>
      </p:sp>
      <p:pic>
        <p:nvPicPr>
          <p:cNvPr id="312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5167" y="3843728"/>
            <a:ext cx="2008887" cy="1108802"/>
          </a:xfrm>
          <a:prstGeom prst="rect">
            <a:avLst/>
          </a:prstGeom>
          <a:ln w="12700">
            <a:miter lim="400000"/>
          </a:ln>
        </p:spPr>
      </p:pic>
      <p:sp>
        <p:nvSpPr>
          <p:cNvPr id="313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ohne Foto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Rechteck 1"/>
          <p:cNvSpPr/>
          <p:nvPr/>
        </p:nvSpPr>
        <p:spPr>
          <a:xfrm>
            <a:off x="-2" y="-1"/>
            <a:ext cx="9144001" cy="25740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21" name="Body Level One…"/>
          <p:cNvSpPr txBox="1"/>
          <p:nvPr>
            <p:ph type="body" sz="quarter" idx="1"/>
          </p:nvPr>
        </p:nvSpPr>
        <p:spPr>
          <a:xfrm>
            <a:off x="539750" y="1886097"/>
            <a:ext cx="6490224" cy="614623"/>
          </a:xfrm>
          <a:prstGeom prst="rect">
            <a:avLst/>
          </a:prstGeom>
        </p:spPr>
        <p:txBody>
          <a:bodyPr/>
          <a:lstStyle>
            <a:lvl1pPr>
              <a:lnSpc>
                <a:spcPts val="3200"/>
              </a:lnSpc>
              <a:spcBef>
                <a:spcPts val="0"/>
              </a:spcBef>
              <a:defRPr sz="3000">
                <a:solidFill>
                  <a:srgbClr val="FFFFFF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3pPr>
            <a:lvl4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4pPr>
            <a:lvl5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rgbClr val="FFFFFF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22" name="Title Text"/>
          <p:cNvSpPr txBox="1"/>
          <p:nvPr>
            <p:ph type="title"/>
          </p:nvPr>
        </p:nvSpPr>
        <p:spPr>
          <a:xfrm>
            <a:off x="539750" y="1011286"/>
            <a:ext cx="6490224" cy="876652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23" name="Textplatzhalter 3"/>
          <p:cNvSpPr/>
          <p:nvPr>
            <p:ph type="body" sz="quarter" idx="21" hasCustomPrompt="1"/>
          </p:nvPr>
        </p:nvSpPr>
        <p:spPr>
          <a:xfrm>
            <a:off x="539750" y="2868610"/>
            <a:ext cx="6490224" cy="8561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1800"/>
            </a:lvl1pPr>
          </a:lstStyle>
          <a:p>
            <a:pPr/>
            <a:r>
              <a:t>Add speaker / date</a:t>
            </a:r>
          </a:p>
        </p:txBody>
      </p:sp>
      <p:pic>
        <p:nvPicPr>
          <p:cNvPr id="324" name="Grafik 10" descr="Grafik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5167" y="3843728"/>
            <a:ext cx="2008887" cy="1108802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renn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Rechteck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b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333" name="Title Text"/>
          <p:cNvSpPr txBox="1"/>
          <p:nvPr>
            <p:ph type="title"/>
          </p:nvPr>
        </p:nvSpPr>
        <p:spPr>
          <a:xfrm>
            <a:off x="539748" y="1011286"/>
            <a:ext cx="6030386" cy="1560464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pic>
        <p:nvPicPr>
          <p:cNvPr id="334" name="Grafik 13" descr="Grafik 1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65654" y="4587240"/>
            <a:ext cx="720323" cy="221552"/>
          </a:xfrm>
          <a:prstGeom prst="rect">
            <a:avLst/>
          </a:prstGeom>
          <a:ln w="12700">
            <a:miter lim="400000"/>
          </a:ln>
        </p:spPr>
      </p:pic>
      <p:sp>
        <p:nvSpPr>
          <p:cNvPr id="33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folie mit Foto ho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Body Level One…"/>
          <p:cNvSpPr txBox="1"/>
          <p:nvPr>
            <p:ph type="body" sz="quarter" idx="1"/>
          </p:nvPr>
        </p:nvSpPr>
        <p:spPr>
          <a:xfrm>
            <a:off x="4572000" y="1880810"/>
            <a:ext cx="4212000" cy="614623"/>
          </a:xfrm>
          <a:prstGeom prst="rect">
            <a:avLst/>
          </a:prstGeom>
        </p:spPr>
        <p:txBody>
          <a:bodyPr/>
          <a:lstStyle>
            <a:lvl1pPr>
              <a:lnSpc>
                <a:spcPts val="3200"/>
              </a:lnSpc>
              <a:spcBef>
                <a:spcPts val="0"/>
              </a:spcBef>
              <a:defRPr sz="3000">
                <a:solidFill>
                  <a:schemeClr val="accent1"/>
                </a:solidFill>
              </a:defRPr>
            </a:lvl1pPr>
            <a:lvl2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chemeClr val="accent1"/>
                </a:solidFill>
              </a:defRPr>
            </a:lvl2pPr>
            <a:lvl3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chemeClr val="accent1"/>
                </a:solidFill>
              </a:defRPr>
            </a:lvl3pPr>
            <a:lvl4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chemeClr val="accent1"/>
                </a:solidFill>
              </a:defRPr>
            </a:lvl4pPr>
            <a:lvl5pPr marL="0" indent="0">
              <a:lnSpc>
                <a:spcPts val="3200"/>
              </a:lnSpc>
              <a:spcBef>
                <a:spcPts val="0"/>
              </a:spcBef>
              <a:buSzTx/>
              <a:buNone/>
              <a:defRPr sz="3000">
                <a:solidFill>
                  <a:schemeClr val="accent1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43" name="Title Text"/>
          <p:cNvSpPr txBox="1"/>
          <p:nvPr>
            <p:ph type="title"/>
          </p:nvPr>
        </p:nvSpPr>
        <p:spPr>
          <a:xfrm>
            <a:off x="4572000" y="1006000"/>
            <a:ext cx="4212000" cy="872333"/>
          </a:xfrm>
          <a:prstGeom prst="rect">
            <a:avLst/>
          </a:prstGeom>
        </p:spPr>
        <p:txBody>
          <a:bodyPr anchor="b"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344" name="Bildplatzhalter 16"/>
          <p:cNvSpPr/>
          <p:nvPr>
            <p:ph type="pic" idx="21"/>
          </p:nvPr>
        </p:nvSpPr>
        <p:spPr>
          <a:xfrm>
            <a:off x="0" y="0"/>
            <a:ext cx="4211638" cy="51435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45" name="Textplatzhalter 3"/>
          <p:cNvSpPr/>
          <p:nvPr>
            <p:ph type="body" sz="quarter" idx="22" hasCustomPrompt="1"/>
          </p:nvPr>
        </p:nvSpPr>
        <p:spPr>
          <a:xfrm>
            <a:off x="4572001" y="2868610"/>
            <a:ext cx="4212002" cy="842206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1800"/>
            </a:lvl1pPr>
          </a:lstStyle>
          <a:p>
            <a:pPr/>
            <a:r>
              <a:t>Add speaker / date</a:t>
            </a:r>
          </a:p>
        </p:txBody>
      </p:sp>
      <p:pic>
        <p:nvPicPr>
          <p:cNvPr id="346" name="Grafik 7" descr="Grafik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5167" y="3843728"/>
            <a:ext cx="2008887" cy="1108802"/>
          </a:xfrm>
          <a:prstGeom prst="rect">
            <a:avLst/>
          </a:prstGeom>
          <a:ln w="12700">
            <a:miter lim="400000"/>
          </a:ln>
        </p:spPr>
      </p:pic>
      <p:sp>
        <p:nvSpPr>
          <p:cNvPr id="347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4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35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+ 1spalti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364" name="Body Level One…"/>
          <p:cNvSpPr txBox="1"/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+ 2spalti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3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37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75" name="Body Level One…"/>
          <p:cNvSpPr txBox="1"/>
          <p:nvPr>
            <p:ph type="body" sz="half" idx="1"/>
          </p:nvPr>
        </p:nvSpPr>
        <p:spPr>
          <a:xfrm>
            <a:off x="539999" y="998574"/>
            <a:ext cx="3671640" cy="3420001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 marL="179388" indent="-179388">
              <a:defRPr sz="1400"/>
            </a:lvl2pPr>
            <a:lvl3pPr marL="386821" indent="-207433">
              <a:defRPr sz="1400"/>
            </a:lvl3pPr>
            <a:lvl4pPr marL="585499" indent="-228310">
              <a:defRPr sz="1400"/>
            </a:lvl4pPr>
            <a:lvl5pPr marL="450850" indent="-179387"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+ 2spaltiger Text mit 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3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38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85" name="Body Level One…"/>
          <p:cNvSpPr txBox="1"/>
          <p:nvPr>
            <p:ph type="body" sz="quarter" idx="1"/>
          </p:nvPr>
        </p:nvSpPr>
        <p:spPr>
          <a:xfrm>
            <a:off x="539999" y="2660950"/>
            <a:ext cx="3671640" cy="1757624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 marL="0" indent="0">
              <a:buSzTx/>
              <a:buNone/>
              <a:defRPr sz="1400"/>
            </a:lvl2pPr>
            <a:lvl3pPr marL="0" indent="0">
              <a:buSzTx/>
              <a:buNone/>
              <a:defRPr sz="1400"/>
            </a:lvl3pPr>
            <a:lvl4pPr marL="357188" indent="-177800">
              <a:defRPr sz="1400"/>
            </a:lvl4pPr>
            <a:lvl5pPr marL="522605" indent="-251143"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6" name="Bildplatzhalter 16"/>
          <p:cNvSpPr/>
          <p:nvPr>
            <p:ph type="pic" sz="quarter" idx="21"/>
          </p:nvPr>
        </p:nvSpPr>
        <p:spPr>
          <a:xfrm>
            <a:off x="539750" y="998574"/>
            <a:ext cx="3671888" cy="15172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87" name="Bildplatzhalter 16"/>
          <p:cNvSpPr/>
          <p:nvPr>
            <p:ph type="pic" sz="quarter" idx="22"/>
          </p:nvPr>
        </p:nvSpPr>
        <p:spPr>
          <a:xfrm>
            <a:off x="4392612" y="998574"/>
            <a:ext cx="3671888" cy="15172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38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itel + 2spaltiger Text mit Grü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5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396" name="Title Text"/>
          <p:cNvSpPr txBox="1"/>
          <p:nvPr>
            <p:ph type="title"/>
          </p:nvPr>
        </p:nvSpPr>
        <p:spPr>
          <a:xfrm>
            <a:off x="539750" y="305146"/>
            <a:ext cx="4649471" cy="44363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7" name="Body Level One…"/>
          <p:cNvSpPr txBox="1"/>
          <p:nvPr>
            <p:ph type="body" sz="half" idx="1"/>
          </p:nvPr>
        </p:nvSpPr>
        <p:spPr>
          <a:xfrm>
            <a:off x="539999" y="1320163"/>
            <a:ext cx="4649223" cy="309841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 marL="179388" indent="-179388">
              <a:defRPr sz="1400"/>
            </a:lvl2pPr>
            <a:lvl3pPr marL="386821" indent="-207433">
              <a:defRPr sz="1400"/>
            </a:lvl3pPr>
            <a:lvl4pPr marL="585499" indent="-228310">
              <a:defRPr sz="1400"/>
            </a:lvl4pPr>
            <a:lvl5pPr marL="450850" indent="-179387"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8" name="Rechteck 7"/>
          <p:cNvSpPr/>
          <p:nvPr/>
        </p:nvSpPr>
        <p:spPr>
          <a:xfrm>
            <a:off x="5470723" y="-5"/>
            <a:ext cx="3673277" cy="5143506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pic>
        <p:nvPicPr>
          <p:cNvPr id="399" name="Grafik 8" descr="Grafik 8"/>
          <p:cNvPicPr>
            <a:picLocks noChangeAspect="1"/>
          </p:cNvPicPr>
          <p:nvPr/>
        </p:nvPicPr>
        <p:blipFill>
          <a:blip r:embed="rId3">
            <a:extLst/>
          </a:blip>
          <a:stretch>
            <a:fillRect/>
          </a:stretch>
        </p:blipFill>
        <p:spPr>
          <a:xfrm>
            <a:off x="8065654" y="4587240"/>
            <a:ext cx="720323" cy="221552"/>
          </a:xfrm>
          <a:prstGeom prst="rect">
            <a:avLst/>
          </a:prstGeom>
          <a:ln w="12700">
            <a:miter lim="400000"/>
          </a:ln>
        </p:spPr>
      </p:pic>
      <p:sp>
        <p:nvSpPr>
          <p:cNvPr id="40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itel + 3spaltig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7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40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09" name="Body Level One…"/>
          <p:cNvSpPr txBox="1"/>
          <p:nvPr>
            <p:ph type="body" sz="quarter" idx="1"/>
          </p:nvPr>
        </p:nvSpPr>
        <p:spPr>
          <a:xfrm>
            <a:off x="539999" y="998574"/>
            <a:ext cx="2382190" cy="3420001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 marL="179386" indent="-179386">
              <a:defRPr sz="1200"/>
            </a:lvl2pPr>
            <a:lvl3pPr marL="373350" indent="-193963">
              <a:defRPr sz="1200"/>
            </a:lvl3pPr>
            <a:lvl4pPr marL="331788" indent="-152400">
              <a:defRPr sz="1200"/>
            </a:lvl4pPr>
            <a:lvl5pPr marL="486726" indent="-215265"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+ 3spaltiger Text + Bil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418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19" name="Body Level One…"/>
          <p:cNvSpPr txBox="1"/>
          <p:nvPr>
            <p:ph type="body" sz="quarter" idx="1"/>
          </p:nvPr>
        </p:nvSpPr>
        <p:spPr>
          <a:xfrm>
            <a:off x="539999" y="2390018"/>
            <a:ext cx="2382190" cy="2028557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 marL="179386" indent="-179386">
              <a:defRPr sz="1200"/>
            </a:lvl2pPr>
            <a:lvl3pPr marL="373350" indent="-193963">
              <a:defRPr sz="1200"/>
            </a:lvl3pPr>
            <a:lvl4pPr marL="331788" indent="-152400">
              <a:defRPr sz="1200"/>
            </a:lvl4pPr>
            <a:lvl5pPr marL="486726" indent="-215265"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20" name="Bildplatzhalter 16"/>
          <p:cNvSpPr/>
          <p:nvPr>
            <p:ph type="pic" sz="quarter" idx="21"/>
          </p:nvPr>
        </p:nvSpPr>
        <p:spPr>
          <a:xfrm>
            <a:off x="539751" y="1040189"/>
            <a:ext cx="2382438" cy="12288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21" name="Bildplatzhalter 16"/>
          <p:cNvSpPr/>
          <p:nvPr>
            <p:ph type="pic" sz="quarter" idx="22"/>
          </p:nvPr>
        </p:nvSpPr>
        <p:spPr>
          <a:xfrm>
            <a:off x="3111156" y="1040189"/>
            <a:ext cx="2382438" cy="12288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22" name="Bildplatzhalter 16"/>
          <p:cNvSpPr/>
          <p:nvPr>
            <p:ph type="pic" sz="quarter" idx="23"/>
          </p:nvPr>
        </p:nvSpPr>
        <p:spPr>
          <a:xfrm>
            <a:off x="5682312" y="1040189"/>
            <a:ext cx="2382438" cy="12288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2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+ Text-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0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431" name="Bildplatzhalter 16"/>
          <p:cNvSpPr/>
          <p:nvPr>
            <p:ph type="pic" idx="21"/>
          </p:nvPr>
        </p:nvSpPr>
        <p:spPr>
          <a:xfrm>
            <a:off x="5470723" y="-3"/>
            <a:ext cx="3673277" cy="5143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32" name="Mastertitelformatbearbeiten"/>
          <p:cNvSpPr txBox="1"/>
          <p:nvPr>
            <p:ph type="title" hasCustomPrompt="1"/>
          </p:nvPr>
        </p:nvSpPr>
        <p:spPr>
          <a:xfrm>
            <a:off x="539750" y="305146"/>
            <a:ext cx="4661424" cy="876652"/>
          </a:xfrm>
          <a:prstGeom prst="rect">
            <a:avLst/>
          </a:prstGeom>
        </p:spPr>
        <p:txBody>
          <a:bodyPr/>
          <a:lstStyle/>
          <a:p>
            <a:pPr/>
            <a:r>
              <a:t>Mastertitelformatbearbeiten</a:t>
            </a:r>
          </a:p>
        </p:txBody>
      </p:sp>
      <p:sp>
        <p:nvSpPr>
          <p:cNvPr id="433" name="Body Level One…"/>
          <p:cNvSpPr txBox="1"/>
          <p:nvPr>
            <p:ph type="body" sz="half" idx="1"/>
          </p:nvPr>
        </p:nvSpPr>
        <p:spPr>
          <a:xfrm>
            <a:off x="539999" y="1320163"/>
            <a:ext cx="4649223" cy="3098410"/>
          </a:xfrm>
          <a:prstGeom prst="rect">
            <a:avLst/>
          </a:prstGeom>
        </p:spPr>
        <p:txBody>
          <a:bodyPr/>
          <a:lstStyle>
            <a:lvl1pPr>
              <a:defRPr sz="1400"/>
            </a:lvl1pPr>
            <a:lvl2pPr marL="179388" indent="-179388">
              <a:defRPr sz="1400"/>
            </a:lvl2pPr>
            <a:lvl3pPr marL="386821" indent="-207433">
              <a:defRPr sz="1400"/>
            </a:lvl3pPr>
            <a:lvl4pPr marL="585499" indent="-228310">
              <a:defRPr sz="1400"/>
            </a:lvl4pPr>
            <a:lvl5pPr marL="450850" indent="-179387"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4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1_Titel + Text-Bild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1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442" name="Bildplatzhalter 16"/>
          <p:cNvSpPr/>
          <p:nvPr>
            <p:ph type="pic" idx="21"/>
          </p:nvPr>
        </p:nvSpPr>
        <p:spPr>
          <a:xfrm>
            <a:off x="0" y="-3"/>
            <a:ext cx="5470724" cy="51435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43" name="Body Level One…"/>
          <p:cNvSpPr txBox="1"/>
          <p:nvPr>
            <p:ph type="body" sz="quarter" idx="1"/>
          </p:nvPr>
        </p:nvSpPr>
        <p:spPr>
          <a:xfrm>
            <a:off x="5802312" y="1368244"/>
            <a:ext cx="2262189" cy="3048956"/>
          </a:xfrm>
          <a:prstGeom prst="rect">
            <a:avLst/>
          </a:prstGeom>
        </p:spPr>
        <p:txBody>
          <a:bodyPr/>
          <a:lstStyle>
            <a:lvl1pPr>
              <a:defRPr sz="1200"/>
            </a:lvl1pPr>
            <a:lvl2pPr>
              <a:defRPr sz="1200"/>
            </a:lvl2pPr>
            <a:lvl3pPr marL="373350" indent="-193963">
              <a:defRPr sz="1200"/>
            </a:lvl3pPr>
            <a:lvl4pPr marL="357188" indent="-177800">
              <a:defRPr sz="1200"/>
            </a:lvl4pPr>
            <a:lvl5pPr marL="589597" indent="-318134">
              <a:defRPr sz="12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44" name="Title Text"/>
          <p:cNvSpPr txBox="1"/>
          <p:nvPr>
            <p:ph type="title"/>
          </p:nvPr>
        </p:nvSpPr>
        <p:spPr>
          <a:xfrm>
            <a:off x="5802312" y="305146"/>
            <a:ext cx="2982914" cy="1063099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4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+ 2 F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2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453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54" name="Bildplatzhalter 7"/>
          <p:cNvSpPr/>
          <p:nvPr>
            <p:ph type="pic" idx="21"/>
          </p:nvPr>
        </p:nvSpPr>
        <p:spPr>
          <a:xfrm>
            <a:off x="0" y="1058862"/>
            <a:ext cx="5459294" cy="40846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55" name="Bildplatzhalter 7"/>
          <p:cNvSpPr/>
          <p:nvPr>
            <p:ph type="pic" sz="half" idx="22"/>
          </p:nvPr>
        </p:nvSpPr>
        <p:spPr>
          <a:xfrm>
            <a:off x="5470723" y="1058862"/>
            <a:ext cx="3673277" cy="408464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5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+ Foto quer gro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3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464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65" name="Bildplatzhalter 7"/>
          <p:cNvSpPr/>
          <p:nvPr>
            <p:ph type="pic" idx="21"/>
          </p:nvPr>
        </p:nvSpPr>
        <p:spPr>
          <a:xfrm>
            <a:off x="0" y="1058400"/>
            <a:ext cx="9144000" cy="408463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6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+ Foto vollformati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474" name="Bildplatzhalter 7"/>
          <p:cNvSpPr/>
          <p:nvPr>
            <p:ph type="pic" idx="21"/>
          </p:nvPr>
        </p:nvSpPr>
        <p:spPr>
          <a:xfrm>
            <a:off x="0" y="0"/>
            <a:ext cx="9144000" cy="514303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7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7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Titel + Foto ob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3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484" name="Bildplatzhalter 7"/>
          <p:cNvSpPr/>
          <p:nvPr>
            <p:ph type="pic" idx="21"/>
          </p:nvPr>
        </p:nvSpPr>
        <p:spPr>
          <a:xfrm>
            <a:off x="0" y="1"/>
            <a:ext cx="9144000" cy="25717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48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6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Zwischen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3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949200" y="4355002"/>
            <a:ext cx="950599" cy="671742"/>
          </a:xfrm>
          <a:prstGeom prst="rect">
            <a:avLst/>
          </a:prstGeom>
          <a:ln w="12700">
            <a:miter lim="400000"/>
          </a:ln>
        </p:spPr>
      </p:pic>
      <p:sp>
        <p:nvSpPr>
          <p:cNvPr id="494" name="Rechteck 1"/>
          <p:cNvSpPr/>
          <p:nvPr/>
        </p:nvSpPr>
        <p:spPr>
          <a:xfrm>
            <a:off x="-2" y="1058861"/>
            <a:ext cx="9144001" cy="408464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495" name="Title Text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96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Rechteck 1"/>
          <p:cNvSpPr/>
          <p:nvPr/>
        </p:nvSpPr>
        <p:spPr>
          <a:xfrm>
            <a:off x="-3" y="0"/>
            <a:ext cx="6138004" cy="5143500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04" name="Title Text"/>
          <p:cNvSpPr txBox="1"/>
          <p:nvPr>
            <p:ph type="title"/>
          </p:nvPr>
        </p:nvSpPr>
        <p:spPr>
          <a:xfrm>
            <a:off x="539750" y="1011286"/>
            <a:ext cx="4392001" cy="87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05" name="Textfeld 8"/>
          <p:cNvSpPr txBox="1"/>
          <p:nvPr/>
        </p:nvSpPr>
        <p:spPr>
          <a:xfrm>
            <a:off x="539637" y="4596898"/>
            <a:ext cx="3672003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pic>
        <p:nvPicPr>
          <p:cNvPr id="506" name="Grafik 5" descr="Grafik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5167" y="3843728"/>
            <a:ext cx="2008887" cy="1108802"/>
          </a:xfrm>
          <a:prstGeom prst="rect">
            <a:avLst/>
          </a:prstGeom>
          <a:ln w="12700">
            <a:miter lim="400000"/>
          </a:ln>
        </p:spPr>
      </p:pic>
      <p:sp>
        <p:nvSpPr>
          <p:cNvPr id="507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B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Rechteck 1"/>
          <p:cNvSpPr/>
          <p:nvPr/>
        </p:nvSpPr>
        <p:spPr>
          <a:xfrm>
            <a:off x="-2" y="-1"/>
            <a:ext cx="9144001" cy="25740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15" name="Title Text"/>
          <p:cNvSpPr txBox="1"/>
          <p:nvPr>
            <p:ph type="title"/>
          </p:nvPr>
        </p:nvSpPr>
        <p:spPr>
          <a:xfrm>
            <a:off x="539750" y="1011286"/>
            <a:ext cx="8244252" cy="87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16" name="Textfeld 9"/>
          <p:cNvSpPr txBox="1"/>
          <p:nvPr/>
        </p:nvSpPr>
        <p:spPr>
          <a:xfrm>
            <a:off x="539637" y="4596898"/>
            <a:ext cx="3672003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pic>
        <p:nvPicPr>
          <p:cNvPr id="517" name="Grafik 5" descr="Grafik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5167" y="3843728"/>
            <a:ext cx="2008887" cy="1108802"/>
          </a:xfrm>
          <a:prstGeom prst="rect">
            <a:avLst/>
          </a:prstGeom>
          <a:ln w="12700">
            <a:miter lim="400000"/>
          </a:ln>
        </p:spPr>
      </p:pic>
      <p:sp>
        <p:nvSpPr>
          <p:cNvPr id="518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B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Bildplatzhalter 7"/>
          <p:cNvSpPr/>
          <p:nvPr>
            <p:ph type="pic" idx="21"/>
          </p:nvPr>
        </p:nvSpPr>
        <p:spPr>
          <a:xfrm>
            <a:off x="0" y="1"/>
            <a:ext cx="9144000" cy="25717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26" name="Title Text"/>
          <p:cNvSpPr txBox="1"/>
          <p:nvPr>
            <p:ph type="title"/>
          </p:nvPr>
        </p:nvSpPr>
        <p:spPr>
          <a:xfrm>
            <a:off x="539750" y="1011286"/>
            <a:ext cx="8244252" cy="87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27" name="Textfeld 9"/>
          <p:cNvSpPr txBox="1"/>
          <p:nvPr/>
        </p:nvSpPr>
        <p:spPr>
          <a:xfrm>
            <a:off x="539637" y="4596898"/>
            <a:ext cx="3672003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pic>
        <p:nvPicPr>
          <p:cNvPr id="528" name="Grafik 7" descr="Grafik 7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5167" y="3843728"/>
            <a:ext cx="2008887" cy="1108802"/>
          </a:xfrm>
          <a:prstGeom prst="rect">
            <a:avLst/>
          </a:prstGeom>
          <a:ln w="12700">
            <a:miter lim="400000"/>
          </a:ln>
        </p:spPr>
      </p:pic>
      <p:sp>
        <p:nvSpPr>
          <p:cNvPr id="529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D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" name="Rechteck 1"/>
          <p:cNvSpPr/>
          <p:nvPr/>
        </p:nvSpPr>
        <p:spPr>
          <a:xfrm>
            <a:off x="-2" y="-1"/>
            <a:ext cx="9144001" cy="25740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37" name="Title Text"/>
          <p:cNvSpPr txBox="1"/>
          <p:nvPr>
            <p:ph type="title"/>
          </p:nvPr>
        </p:nvSpPr>
        <p:spPr>
          <a:xfrm>
            <a:off x="539750" y="1011286"/>
            <a:ext cx="8244252" cy="87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38" name="Textfeld 9"/>
          <p:cNvSpPr txBox="1"/>
          <p:nvPr/>
        </p:nvSpPr>
        <p:spPr>
          <a:xfrm>
            <a:off x="539637" y="4596898"/>
            <a:ext cx="3672003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sp>
        <p:nvSpPr>
          <p:cNvPr id="539" name="Bildplatzhalter 16"/>
          <p:cNvSpPr/>
          <p:nvPr>
            <p:ph type="pic" sz="quarter" idx="21"/>
          </p:nvPr>
        </p:nvSpPr>
        <p:spPr>
          <a:xfrm>
            <a:off x="539639" y="2192781"/>
            <a:ext cx="1577221" cy="1577222"/>
          </a:xfrm>
          <a:prstGeom prst="rect">
            <a:avLst/>
          </a:prstGeom>
          <a:ln w="57150">
            <a:solidFill>
              <a:srgbClr val="F2F2F2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40" name="Body Level One…"/>
          <p:cNvSpPr txBox="1"/>
          <p:nvPr>
            <p:ph type="body" sz="quarter" idx="1"/>
          </p:nvPr>
        </p:nvSpPr>
        <p:spPr>
          <a:xfrm>
            <a:off x="2375636" y="2781974"/>
            <a:ext cx="4212003" cy="135024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  <a:lvl2pPr marL="0" indent="0">
              <a:spcBef>
                <a:spcPts val="0"/>
              </a:spcBef>
              <a:buSzTx/>
              <a:buNone/>
              <a:defRPr sz="1800"/>
            </a:lvl2pPr>
            <a:lvl3pPr marL="0" indent="0">
              <a:spcBef>
                <a:spcPts val="0"/>
              </a:spcBef>
              <a:buSzTx/>
              <a:buNone/>
              <a:defRPr sz="1800"/>
            </a:lvl3pPr>
            <a:lvl4pPr marL="0" indent="0">
              <a:spcBef>
                <a:spcPts val="0"/>
              </a:spcBef>
              <a:buSzTx/>
              <a:buNone/>
              <a:defRPr sz="1800"/>
            </a:lvl4pPr>
            <a:lvl5pPr marL="0" indent="0">
              <a:spcBef>
                <a:spcPts val="0"/>
              </a:spcBef>
              <a:buSzTx/>
              <a:buNone/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41" name="Grafik 10" descr="Grafik 10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5167" y="3843728"/>
            <a:ext cx="2008887" cy="1108802"/>
          </a:xfrm>
          <a:prstGeom prst="rect">
            <a:avLst/>
          </a:prstGeom>
          <a:ln w="12700">
            <a:miter lim="400000"/>
          </a:ln>
        </p:spPr>
      </p:pic>
      <p:sp>
        <p:nvSpPr>
          <p:cNvPr id="542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D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9" name="Bildplatzhalter 7"/>
          <p:cNvSpPr/>
          <p:nvPr>
            <p:ph type="pic" idx="21"/>
          </p:nvPr>
        </p:nvSpPr>
        <p:spPr>
          <a:xfrm>
            <a:off x="0" y="1"/>
            <a:ext cx="9144000" cy="257175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50" name="Title Text"/>
          <p:cNvSpPr txBox="1"/>
          <p:nvPr>
            <p:ph type="title"/>
          </p:nvPr>
        </p:nvSpPr>
        <p:spPr>
          <a:xfrm>
            <a:off x="539750" y="1011286"/>
            <a:ext cx="8244252" cy="87665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51" name="Textfeld 9"/>
          <p:cNvSpPr txBox="1"/>
          <p:nvPr/>
        </p:nvSpPr>
        <p:spPr>
          <a:xfrm>
            <a:off x="539637" y="4596898"/>
            <a:ext cx="3672003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sp>
        <p:nvSpPr>
          <p:cNvPr id="552" name="Bildplatzhalter 16"/>
          <p:cNvSpPr/>
          <p:nvPr>
            <p:ph type="pic" sz="quarter" idx="22"/>
          </p:nvPr>
        </p:nvSpPr>
        <p:spPr>
          <a:xfrm>
            <a:off x="539639" y="2192781"/>
            <a:ext cx="1577221" cy="1577222"/>
          </a:xfrm>
          <a:prstGeom prst="rect">
            <a:avLst/>
          </a:prstGeom>
          <a:ln w="57150">
            <a:solidFill>
              <a:srgbClr val="F2F2F2"/>
            </a:solidFill>
            <a:round/>
          </a:ln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sp>
        <p:nvSpPr>
          <p:cNvPr id="553" name="Body Level One…"/>
          <p:cNvSpPr txBox="1"/>
          <p:nvPr>
            <p:ph type="body" sz="quarter" idx="1"/>
          </p:nvPr>
        </p:nvSpPr>
        <p:spPr>
          <a:xfrm>
            <a:off x="2375636" y="2781974"/>
            <a:ext cx="4212003" cy="1350240"/>
          </a:xfrm>
          <a:prstGeom prst="rect">
            <a:avLst/>
          </a:prstGeom>
        </p:spPr>
        <p:txBody>
          <a:bodyPr/>
          <a:lstStyle>
            <a:lvl1pPr>
              <a:spcBef>
                <a:spcPts val="0"/>
              </a:spcBef>
              <a:defRPr sz="1800"/>
            </a:lvl1pPr>
            <a:lvl2pPr marL="0" indent="0">
              <a:spcBef>
                <a:spcPts val="0"/>
              </a:spcBef>
              <a:buSzTx/>
              <a:buNone/>
              <a:defRPr sz="1800"/>
            </a:lvl2pPr>
            <a:lvl3pPr marL="0" indent="0">
              <a:spcBef>
                <a:spcPts val="0"/>
              </a:spcBef>
              <a:buSzTx/>
              <a:buNone/>
              <a:defRPr sz="1800"/>
            </a:lvl3pPr>
            <a:lvl4pPr marL="0" indent="0">
              <a:spcBef>
                <a:spcPts val="0"/>
              </a:spcBef>
              <a:buSzTx/>
              <a:buNone/>
              <a:defRPr sz="1800"/>
            </a:lvl4pPr>
            <a:lvl5pPr marL="0" indent="0">
              <a:spcBef>
                <a:spcPts val="0"/>
              </a:spcBef>
              <a:buSzTx/>
              <a:buNone/>
              <a:defRPr sz="1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pic>
        <p:nvPicPr>
          <p:cNvPr id="554" name="Grafik 11" descr="Grafik 11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5167" y="3843728"/>
            <a:ext cx="2008887" cy="1108802"/>
          </a:xfrm>
          <a:prstGeom prst="rect">
            <a:avLst/>
          </a:prstGeom>
          <a:ln w="12700">
            <a:miter lim="400000"/>
          </a:ln>
        </p:spPr>
      </p:pic>
      <p:sp>
        <p:nvSpPr>
          <p:cNvPr id="555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Regenbogen_Abschlussfolie 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2" name="Rechteck 1"/>
          <p:cNvSpPr/>
          <p:nvPr/>
        </p:nvSpPr>
        <p:spPr>
          <a:xfrm>
            <a:off x="-2" y="-1"/>
            <a:ext cx="9144001" cy="519545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pic>
        <p:nvPicPr>
          <p:cNvPr id="563" name="Grafik 3" descr="Grafik 3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2731291" y="1111792"/>
            <a:ext cx="3667127" cy="2024066"/>
          </a:xfrm>
          <a:prstGeom prst="rect">
            <a:avLst/>
          </a:prstGeom>
          <a:ln w="12700">
            <a:miter lim="400000"/>
          </a:ln>
        </p:spPr>
      </p:pic>
      <p:sp>
        <p:nvSpPr>
          <p:cNvPr id="564" name="Textfeld 9"/>
          <p:cNvSpPr txBox="1"/>
          <p:nvPr/>
        </p:nvSpPr>
        <p:spPr>
          <a:xfrm>
            <a:off x="3751914" y="3691292"/>
            <a:ext cx="3672000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sp>
        <p:nvSpPr>
          <p:cNvPr id="565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2_Titelfolie mit Foto qu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Body Level One…"/>
          <p:cNvSpPr txBox="1"/>
          <p:nvPr>
            <p:ph type="body" sz="quarter" idx="1" hasCustomPrompt="1"/>
          </p:nvPr>
        </p:nvSpPr>
        <p:spPr>
          <a:xfrm>
            <a:off x="539750" y="4253095"/>
            <a:ext cx="6490224" cy="856101"/>
          </a:xfrm>
          <a:prstGeom prst="rect">
            <a:avLst/>
          </a:prstGeom>
        </p:spPr>
        <p:txBody>
          <a:bodyPr/>
          <a:lstStyle>
            <a:lvl1pPr>
              <a:lnSpc>
                <a:spcPts val="2500"/>
              </a:lnSpc>
              <a:defRPr sz="1800"/>
            </a:lvl1pPr>
            <a:lvl2pPr marL="215265" indent="-215265">
              <a:lnSpc>
                <a:spcPts val="2500"/>
              </a:lnSpc>
              <a:defRPr sz="1800"/>
            </a:lvl2pPr>
            <a:lvl3pPr marL="357188" indent="-177800">
              <a:lnSpc>
                <a:spcPts val="2500"/>
              </a:lnSpc>
              <a:defRPr sz="1800"/>
            </a:lvl3pPr>
            <a:lvl4pPr marL="357188" indent="-177800">
              <a:lnSpc>
                <a:spcPts val="2500"/>
              </a:lnSpc>
              <a:defRPr sz="1800"/>
            </a:lvl4pPr>
            <a:lvl5pPr marL="473273" indent="-201810">
              <a:lnSpc>
                <a:spcPts val="2500"/>
              </a:lnSpc>
              <a:defRPr sz="1800"/>
            </a:lvl5pPr>
          </a:lstStyle>
          <a:p>
            <a:pPr/>
            <a:r>
              <a:t>Add speaker | date</a:t>
            </a:r>
          </a:p>
          <a:p>
            <a:pPr lvl="1"/>
            <a:r>
              <a:t/>
            </a:r>
          </a:p>
          <a:p>
            <a:pPr lvl="2"/>
            <a:r>
              <a:t/>
            </a:r>
          </a:p>
          <a:p>
            <a:pPr lvl="3"/>
            <a:r>
              <a:t/>
            </a:r>
          </a:p>
          <a:p>
            <a:pPr lvl="4"/>
            <a:r>
              <a:t/>
            </a:r>
          </a:p>
        </p:txBody>
      </p:sp>
      <p:sp>
        <p:nvSpPr>
          <p:cNvPr id="573" name="Title Text"/>
          <p:cNvSpPr txBox="1"/>
          <p:nvPr>
            <p:ph type="title"/>
          </p:nvPr>
        </p:nvSpPr>
        <p:spPr>
          <a:xfrm>
            <a:off x="540364" y="2790661"/>
            <a:ext cx="6637920" cy="39847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pPr/>
            <a:r>
              <a:t>Title Text</a:t>
            </a:r>
          </a:p>
        </p:txBody>
      </p:sp>
      <p:sp>
        <p:nvSpPr>
          <p:cNvPr id="574" name="Bildplatzhalter 16"/>
          <p:cNvSpPr/>
          <p:nvPr>
            <p:ph type="pic" idx="21"/>
          </p:nvPr>
        </p:nvSpPr>
        <p:spPr>
          <a:xfrm>
            <a:off x="0" y="0"/>
            <a:ext cx="9144000" cy="257400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pPr/>
          </a:p>
        </p:txBody>
      </p:sp>
      <p:pic>
        <p:nvPicPr>
          <p:cNvPr id="575" name="Grafik 6" descr="Grafik 6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5167" y="3843728"/>
            <a:ext cx="2008887" cy="1108802"/>
          </a:xfrm>
          <a:prstGeom prst="rect">
            <a:avLst/>
          </a:prstGeom>
          <a:ln w="12700">
            <a:miter lim="400000"/>
          </a:ln>
        </p:spPr>
      </p:pic>
      <p:sp>
        <p:nvSpPr>
          <p:cNvPr id="576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0" showMasterPhAnim="1">
  <p:cSld name="Abschlussfolie 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" name="Rechteck 1"/>
          <p:cNvSpPr/>
          <p:nvPr/>
        </p:nvSpPr>
        <p:spPr>
          <a:xfrm>
            <a:off x="-2" y="-1"/>
            <a:ext cx="9144001" cy="2574002"/>
          </a:xfrm>
          <a:prstGeom prst="rect">
            <a:avLst/>
          </a:prstGeom>
          <a:solidFill>
            <a:schemeClr val="accent1"/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584" name="Edit Master Title Format"/>
          <p:cNvSpPr txBox="1"/>
          <p:nvPr>
            <p:ph type="title" hasCustomPrompt="1"/>
          </p:nvPr>
        </p:nvSpPr>
        <p:spPr>
          <a:xfrm>
            <a:off x="539750" y="1011286"/>
            <a:ext cx="4392001" cy="44063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/>
            <a:r>
              <a:t>Edit Master Title Format</a:t>
            </a:r>
          </a:p>
        </p:txBody>
      </p:sp>
      <p:sp>
        <p:nvSpPr>
          <p:cNvPr id="585" name="Textfeld 9"/>
          <p:cNvSpPr txBox="1"/>
          <p:nvPr/>
        </p:nvSpPr>
        <p:spPr>
          <a:xfrm>
            <a:off x="539637" y="4596898"/>
            <a:ext cx="3672003" cy="2659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ts val="2100"/>
              </a:lnSpc>
            </a:lvl1pPr>
          </a:lstStyle>
          <a:p>
            <a:pPr/>
            <a:r>
              <a:t>www.htw-berlin.de</a:t>
            </a:r>
          </a:p>
        </p:txBody>
      </p:sp>
      <p:pic>
        <p:nvPicPr>
          <p:cNvPr id="586" name="Grafik 5" descr="Grafik 5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7065167" y="3843728"/>
            <a:ext cx="2008887" cy="1108802"/>
          </a:xfrm>
          <a:prstGeom prst="rect">
            <a:avLst/>
          </a:prstGeom>
          <a:ln w="12700">
            <a:miter lim="400000"/>
          </a:ln>
        </p:spPr>
      </p:pic>
      <p:sp>
        <p:nvSpPr>
          <p:cNvPr id="587" name="Slide Number"/>
          <p:cNvSpPr txBox="1"/>
          <p:nvPr>
            <p:ph type="sldNum" sz="quarter" idx="2"/>
          </p:nvPr>
        </p:nvSpPr>
        <p:spPr>
          <a:xfrm>
            <a:off x="6553200" y="4767262"/>
            <a:ext cx="153963" cy="152401"/>
          </a:xfrm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slideLayout" Target="../slideLayouts/slideLayout2.xml"/><Relationship Id="rId5" Type="http://schemas.openxmlformats.org/officeDocument/2006/relationships/slideLayout" Target="../slideLayouts/slideLayout3.xml"/><Relationship Id="rId6" Type="http://schemas.openxmlformats.org/officeDocument/2006/relationships/slideLayout" Target="../slideLayouts/slideLayout4.xml"/><Relationship Id="rId7" Type="http://schemas.openxmlformats.org/officeDocument/2006/relationships/slideLayout" Target="../slideLayouts/slideLayout5.xml"/><Relationship Id="rId8" Type="http://schemas.openxmlformats.org/officeDocument/2006/relationships/slideLayout" Target="../slideLayouts/slideLayout6.xml"/><Relationship Id="rId9" Type="http://schemas.openxmlformats.org/officeDocument/2006/relationships/slideLayout" Target="../slideLayouts/slideLayout7.xml"/><Relationship Id="rId10" Type="http://schemas.openxmlformats.org/officeDocument/2006/relationships/slideLayout" Target="../slideLayouts/slideLayout8.xml"/><Relationship Id="rId11" Type="http://schemas.openxmlformats.org/officeDocument/2006/relationships/slideLayout" Target="../slideLayouts/slideLayout9.xml"/><Relationship Id="rId12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1.xml"/><Relationship Id="rId14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5.xml"/><Relationship Id="rId18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7.xml"/><Relationship Id="rId20" Type="http://schemas.openxmlformats.org/officeDocument/2006/relationships/slideLayout" Target="../slideLayouts/slideLayout18.xml"/><Relationship Id="rId21" Type="http://schemas.openxmlformats.org/officeDocument/2006/relationships/slideLayout" Target="../slideLayouts/slideLayout19.xml"/><Relationship Id="rId22" Type="http://schemas.openxmlformats.org/officeDocument/2006/relationships/slideLayout" Target="../slideLayouts/slideLayout20.xml"/><Relationship Id="rId23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2.xml"/><Relationship Id="rId25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4.xml"/><Relationship Id="rId27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6.xml"/><Relationship Id="rId29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28.xml"/><Relationship Id="rId31" Type="http://schemas.openxmlformats.org/officeDocument/2006/relationships/slideLayout" Target="../slideLayouts/slideLayout29.xml"/><Relationship Id="rId32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1.xml"/><Relationship Id="rId34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3.xml"/><Relationship Id="rId36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5.xml"/><Relationship Id="rId38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38.xml"/><Relationship Id="rId41" Type="http://schemas.openxmlformats.org/officeDocument/2006/relationships/slideLayout" Target="../slideLayouts/slideLayout39.xml"/><Relationship Id="rId42" Type="http://schemas.openxmlformats.org/officeDocument/2006/relationships/slideLayout" Target="../slideLayouts/slideLayout40.xml"/><Relationship Id="rId43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2.xml"/><Relationship Id="rId45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4.xml"/><Relationship Id="rId47" Type="http://schemas.openxmlformats.org/officeDocument/2006/relationships/slideLayout" Target="../slideLayouts/slideLayout45.xml"/><Relationship Id="rId48" Type="http://schemas.openxmlformats.org/officeDocument/2006/relationships/slideLayout" Target="../slideLayouts/slideLayout46.xml"/><Relationship Id="rId49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48.xml"/><Relationship Id="rId51" Type="http://schemas.openxmlformats.org/officeDocument/2006/relationships/slideLayout" Target="../slideLayouts/slideLayout49.xml"/><Relationship Id="rId52" Type="http://schemas.openxmlformats.org/officeDocument/2006/relationships/slideLayout" Target="../slideLayouts/slideLayout50.xml"/><Relationship Id="rId53" Type="http://schemas.openxmlformats.org/officeDocument/2006/relationships/slideLayout" Target="../slideLayouts/slideLayout51.xml"/><Relationship Id="rId54" Type="http://schemas.openxmlformats.org/officeDocument/2006/relationships/slideLayout" Target="../slideLayouts/slideLayout52.xml"/><Relationship Id="rId55" Type="http://schemas.openxmlformats.org/officeDocument/2006/relationships/slideLayout" Target="../slideLayouts/slideLayout53.xml"/><Relationship Id="rId56" Type="http://schemas.openxmlformats.org/officeDocument/2006/relationships/slideLayout" Target="../slideLayouts/slideLayout54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9" descr="Grafik 9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8064500" y="4587240"/>
            <a:ext cx="720000" cy="221552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Body Level One…"/>
          <p:cNvSpPr txBox="1"/>
          <p:nvPr>
            <p:ph type="body" idx="1"/>
          </p:nvPr>
        </p:nvSpPr>
        <p:spPr>
          <a:xfrm>
            <a:off x="539999" y="997199"/>
            <a:ext cx="7524502" cy="34200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Title Text"/>
          <p:cNvSpPr txBox="1"/>
          <p:nvPr>
            <p:ph type="title"/>
          </p:nvPr>
        </p:nvSpPr>
        <p:spPr>
          <a:xfrm>
            <a:off x="539750" y="305146"/>
            <a:ext cx="7524750" cy="4436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5" name="Slide Number"/>
          <p:cNvSpPr txBox="1"/>
          <p:nvPr>
            <p:ph type="sldNum" sz="quarter" idx="2"/>
          </p:nvPr>
        </p:nvSpPr>
        <p:spPr>
          <a:xfrm>
            <a:off x="539750" y="4687099"/>
            <a:ext cx="153963" cy="152401"/>
          </a:xfrm>
          <a:prstGeom prst="rect">
            <a:avLst/>
          </a:prstGeom>
          <a:ln w="12700">
            <a:miter lim="400000"/>
          </a:ln>
        </p:spPr>
        <p:txBody>
          <a:bodyPr wrap="none" lIns="0" tIns="0" rIns="0" bIns="0">
            <a:spAutoFit/>
          </a:bodyPr>
          <a:lstStyle>
            <a:lvl1pPr>
              <a:defRPr b="1" sz="1000">
                <a:solidFill>
                  <a:srgbClr val="78787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  <p:sldLayoutId id="2147483660" r:id="rId14"/>
    <p:sldLayoutId id="2147483661" r:id="rId15"/>
    <p:sldLayoutId id="2147483662" r:id="rId16"/>
    <p:sldLayoutId id="2147483663" r:id="rId17"/>
    <p:sldLayoutId id="2147483664" r:id="rId18"/>
    <p:sldLayoutId id="2147483665" r:id="rId19"/>
    <p:sldLayoutId id="2147483666" r:id="rId20"/>
    <p:sldLayoutId id="2147483667" r:id="rId21"/>
    <p:sldLayoutId id="2147483668" r:id="rId22"/>
    <p:sldLayoutId id="2147483669" r:id="rId23"/>
    <p:sldLayoutId id="2147483670" r:id="rId24"/>
    <p:sldLayoutId id="2147483671" r:id="rId25"/>
    <p:sldLayoutId id="2147483672" r:id="rId26"/>
    <p:sldLayoutId id="2147483673" r:id="rId27"/>
    <p:sldLayoutId id="2147483674" r:id="rId28"/>
    <p:sldLayoutId id="2147483675" r:id="rId29"/>
    <p:sldLayoutId id="2147483676" r:id="rId30"/>
    <p:sldLayoutId id="2147483677" r:id="rId31"/>
    <p:sldLayoutId id="2147483678" r:id="rId32"/>
    <p:sldLayoutId id="2147483679" r:id="rId33"/>
    <p:sldLayoutId id="2147483680" r:id="rId34"/>
    <p:sldLayoutId id="2147483681" r:id="rId35"/>
    <p:sldLayoutId id="2147483682" r:id="rId36"/>
    <p:sldLayoutId id="2147483683" r:id="rId37"/>
    <p:sldLayoutId id="2147483684" r:id="rId38"/>
    <p:sldLayoutId id="2147483685" r:id="rId39"/>
    <p:sldLayoutId id="2147483686" r:id="rId40"/>
    <p:sldLayoutId id="2147483687" r:id="rId41"/>
    <p:sldLayoutId id="2147483688" r:id="rId42"/>
    <p:sldLayoutId id="2147483689" r:id="rId43"/>
    <p:sldLayoutId id="2147483690" r:id="rId44"/>
    <p:sldLayoutId id="2147483691" r:id="rId45"/>
    <p:sldLayoutId id="2147483692" r:id="rId46"/>
    <p:sldLayoutId id="2147483693" r:id="rId47"/>
    <p:sldLayoutId id="2147483694" r:id="rId48"/>
    <p:sldLayoutId id="2147483695" r:id="rId49"/>
    <p:sldLayoutId id="2147483696" r:id="rId50"/>
    <p:sldLayoutId id="2147483697" r:id="rId51"/>
    <p:sldLayoutId id="2147483698" r:id="rId52"/>
    <p:sldLayoutId id="2147483699" r:id="rId53"/>
    <p:sldLayoutId id="2147483700" r:id="rId54"/>
    <p:sldLayoutId id="2147483701" r:id="rId55"/>
    <p:sldLayoutId id="2147483702" r:id="rId56"/>
  </p:sldLayoutIdLst>
  <p:transition xmlns:p14="http://schemas.microsoft.com/office/powerpoint/2010/main" spd="med" advClick="1"/>
  <p:txStyles>
    <p:titleStyle>
      <a:lvl1pPr marL="0" marR="0" indent="0" algn="l" defTabSz="6858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1pPr>
      <a:lvl2pPr marL="0" marR="0" indent="0" algn="l" defTabSz="6858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2pPr>
      <a:lvl3pPr marL="0" marR="0" indent="0" algn="l" defTabSz="6858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3pPr>
      <a:lvl4pPr marL="0" marR="0" indent="0" algn="l" defTabSz="6858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4pPr>
      <a:lvl5pPr marL="0" marR="0" indent="0" algn="l" defTabSz="6858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5pPr>
      <a:lvl6pPr marL="0" marR="0" indent="0" algn="l" defTabSz="6858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6pPr>
      <a:lvl7pPr marL="0" marR="0" indent="0" algn="l" defTabSz="6858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7pPr>
      <a:lvl8pPr marL="0" marR="0" indent="0" algn="l" defTabSz="6858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8pPr>
      <a:lvl9pPr marL="0" marR="0" indent="0" algn="l" defTabSz="685800" rtl="0" latinLnBrk="0">
        <a:lnSpc>
          <a:spcPts val="34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32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9pPr>
    </p:titleStyle>
    <p:bodyStyle>
      <a:lvl1pPr marL="0" marR="0" indent="0" algn="l" defTabSz="685800" latinLnBrk="0">
        <a:lnSpc>
          <a:spcPct val="100000"/>
        </a:lnSpc>
        <a:spcBef>
          <a:spcPts val="50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1pPr>
      <a:lvl2pPr marL="136525" marR="0" indent="-136525" algn="l" defTabSz="68580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2pPr>
      <a:lvl3pPr marL="534987" marR="0" indent="-355599" algn="l" defTabSz="68580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3pPr>
      <a:lvl4pPr marL="327553" marR="0" indent="-148166" algn="l" defTabSz="68580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4pPr>
      <a:lvl5pPr marL="495696" marR="0" indent="-224234" algn="l" defTabSz="68580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5pPr>
      <a:lvl6pPr marL="724388" marR="0" indent="-273538" algn="l" defTabSz="68580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6pPr>
      <a:lvl7pPr marL="2321168" marR="0" indent="-263768" algn="l" defTabSz="68580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7pPr>
      <a:lvl8pPr marL="2664068" marR="0" indent="-263768" algn="l" defTabSz="68580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8pPr>
      <a:lvl9pPr marL="3006968" marR="0" indent="-263768" algn="l" defTabSz="685800" latinLnBrk="0">
        <a:lnSpc>
          <a:spcPct val="100000"/>
        </a:lnSpc>
        <a:spcBef>
          <a:spcPts val="500"/>
        </a:spcBef>
        <a:spcAft>
          <a:spcPts val="0"/>
        </a:spcAft>
        <a:buClrTx/>
        <a:buSzPct val="100000"/>
        <a:buFontTx/>
        <a:buChar char="•"/>
        <a:tabLst/>
        <a:defRPr b="0" baseline="0" cap="none" i="0" spc="0" strike="noStrike" sz="2000" u="none">
          <a:solidFill>
            <a:srgbClr val="000000"/>
          </a:solidFill>
          <a:uFillTx/>
          <a:latin typeface="+mj-lt"/>
          <a:ea typeface="+mj-ea"/>
          <a:cs typeface="+mj-cs"/>
          <a:sym typeface="HTWBerlin Office"/>
        </a:defRPr>
      </a:lvl9pPr>
    </p:bodyStyle>
    <p:otherStyle>
      <a:lvl1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TWBerlin Office"/>
        </a:defRPr>
      </a:lvl1pPr>
      <a:lvl2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TWBerlin Office"/>
        </a:defRPr>
      </a:lvl2pPr>
      <a:lvl3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TWBerlin Office"/>
        </a:defRPr>
      </a:lvl3pPr>
      <a:lvl4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TWBerlin Office"/>
        </a:defRPr>
      </a:lvl4pPr>
      <a:lvl5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TWBerlin Office"/>
        </a:defRPr>
      </a:lvl5pPr>
      <a:lvl6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TWBerlin Office"/>
        </a:defRPr>
      </a:lvl6pPr>
      <a:lvl7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TWBerlin Office"/>
        </a:defRPr>
      </a:lvl7pPr>
      <a:lvl8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TWBerlin Office"/>
        </a:defRPr>
      </a:lvl8pPr>
      <a:lvl9pPr marL="0" marR="0" indent="0" algn="l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1" baseline="0" cap="none" i="0" spc="0" strike="noStrike" sz="1000" u="none">
          <a:solidFill>
            <a:schemeClr val="tx1"/>
          </a:solidFill>
          <a:uFillTx/>
          <a:latin typeface="+mn-lt"/>
          <a:ea typeface="+mn-ea"/>
          <a:cs typeface="+mn-cs"/>
          <a:sym typeface="HTWBerlin Office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6.png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7.png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image" Target="../media/image1.jpe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6" name="Textplatzhalter 3"/>
          <p:cNvSpPr txBox="1"/>
          <p:nvPr>
            <p:ph type="body" sz="quarter" idx="1"/>
          </p:nvPr>
        </p:nvSpPr>
        <p:spPr>
          <a:xfrm>
            <a:off x="317603" y="4027549"/>
            <a:ext cx="6037222" cy="919425"/>
          </a:xfrm>
          <a:prstGeom prst="rect">
            <a:avLst/>
          </a:prstGeom>
        </p:spPr>
        <p:txBody>
          <a:bodyPr/>
          <a:lstStyle/>
          <a:p>
            <a:pPr>
              <a:defRPr sz="1900"/>
            </a:pPr>
            <a:r>
              <a:t>LEENA PATEL</a:t>
            </a:r>
          </a:p>
          <a:p>
            <a:pPr>
              <a:defRPr sz="1900"/>
            </a:pPr>
            <a:r>
              <a:t>12-01-2026</a:t>
            </a:r>
          </a:p>
        </p:txBody>
      </p:sp>
      <p:sp>
        <p:nvSpPr>
          <p:cNvPr id="597" name="Titel 2"/>
          <p:cNvSpPr txBox="1"/>
          <p:nvPr>
            <p:ph type="title"/>
          </p:nvPr>
        </p:nvSpPr>
        <p:spPr>
          <a:xfrm>
            <a:off x="239944" y="1207688"/>
            <a:ext cx="6192541" cy="919425"/>
          </a:xfrm>
          <a:prstGeom prst="rect">
            <a:avLst/>
          </a:prstGeom>
        </p:spPr>
        <p:txBody>
          <a:bodyPr/>
          <a:lstStyle>
            <a:lvl1pPr algn="just" defTabSz="637794">
              <a:lnSpc>
                <a:spcPts val="3100"/>
              </a:lnSpc>
              <a:defRPr sz="2900">
                <a:latin typeface="HTWBerlin"/>
                <a:ea typeface="HTWBerlin"/>
                <a:cs typeface="HTWBerlin"/>
                <a:sym typeface="HTWBerlin"/>
              </a:defRPr>
            </a:lvl1pPr>
          </a:lstStyle>
          <a:p>
            <a:pPr/>
            <a:r>
              <a:t>Predictive Analysis of Teen Mental Health Using Machine Learning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Titel 1"/>
          <p:cNvSpPr txBox="1"/>
          <p:nvPr>
            <p:ph type="title"/>
          </p:nvPr>
        </p:nvSpPr>
        <p:spPr>
          <a:xfrm>
            <a:off x="539750" y="305146"/>
            <a:ext cx="4649471" cy="443631"/>
          </a:xfrm>
          <a:prstGeom prst="rect">
            <a:avLst/>
          </a:prstGeom>
        </p:spPr>
        <p:txBody>
          <a:bodyPr/>
          <a:lstStyle/>
          <a:p>
            <a:pPr/>
            <a:r>
              <a:t>Problem &amp; Data</a:t>
            </a:r>
          </a:p>
        </p:txBody>
      </p:sp>
      <p:sp>
        <p:nvSpPr>
          <p:cNvPr id="600" name="Foliennummernplatzhalter 4"/>
          <p:cNvSpPr txBox="1"/>
          <p:nvPr>
            <p:ph type="sldNum" sz="quarter" idx="4294967295"/>
          </p:nvPr>
        </p:nvSpPr>
        <p:spPr>
          <a:xfrm>
            <a:off x="539748" y="4687099"/>
            <a:ext cx="127001" cy="152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01" name="Dataset: ~1000 students × 30 days (~30,000 rows)…"/>
          <p:cNvSpPr txBox="1"/>
          <p:nvPr/>
        </p:nvSpPr>
        <p:spPr>
          <a:xfrm>
            <a:off x="345021" y="867005"/>
            <a:ext cx="4649472" cy="34732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marL="579314" indent="-439614" defTabSz="685800">
              <a:spcBef>
                <a:spcPts val="500"/>
              </a:spcBef>
              <a:buSzPct val="100000"/>
              <a:buFont typeface="Times Roman"/>
              <a:buChar char="•"/>
              <a:defRPr sz="1500"/>
            </a:pPr>
            <a:r>
              <a:t>Dataset: ~1000 students × 30 days (~30,000 rows)</a:t>
            </a:r>
          </a:p>
          <a:p>
            <a:pPr marL="579314" indent="-439614" defTabSz="685800">
              <a:spcBef>
                <a:spcPts val="500"/>
              </a:spcBef>
              <a:buSzPct val="100000"/>
              <a:buFont typeface="Times Roman"/>
              <a:buChar char="•"/>
              <a:defRPr sz="1500"/>
            </a:pPr>
            <a:r>
              <a:t>Features:</a:t>
            </a:r>
          </a:p>
          <a:p>
            <a:pPr lvl="1" marL="1036515" indent="-439614" defTabSz="685800">
              <a:spcBef>
                <a:spcPts val="500"/>
              </a:spcBef>
              <a:buSzPct val="100000"/>
              <a:buFont typeface="Times Roman"/>
              <a:buChar char="◦"/>
              <a:defRPr sz="1500"/>
            </a:pPr>
            <a:r>
              <a:t>Mood</a:t>
            </a:r>
          </a:p>
          <a:p>
            <a:pPr lvl="1" marL="1036515" indent="-439614" defTabSz="685800">
              <a:spcBef>
                <a:spcPts val="500"/>
              </a:spcBef>
              <a:buSzPct val="100000"/>
              <a:buFont typeface="Times Roman"/>
              <a:buChar char="◦"/>
              <a:defRPr sz="1500"/>
            </a:pPr>
            <a:r>
              <a:t>Sleep &amp; screen time</a:t>
            </a:r>
          </a:p>
          <a:p>
            <a:pPr lvl="1" marL="1036515" indent="-439614" defTabSz="685800">
              <a:spcBef>
                <a:spcPts val="500"/>
              </a:spcBef>
              <a:buSzPct val="100000"/>
              <a:buFont typeface="Times Roman"/>
              <a:buChar char="◦"/>
              <a:defRPr sz="1500"/>
            </a:pPr>
            <a:r>
              <a:t>Social interaction &amp; support</a:t>
            </a:r>
          </a:p>
          <a:p>
            <a:pPr lvl="1" marL="1036515" indent="-439614" defTabSz="685800">
              <a:spcBef>
                <a:spcPts val="500"/>
              </a:spcBef>
              <a:buSzPct val="100000"/>
              <a:buFont typeface="Times Roman"/>
              <a:buChar char="◦"/>
              <a:defRPr sz="1500"/>
            </a:pPr>
            <a:r>
              <a:t>Demographic/contextual variables</a:t>
            </a:r>
          </a:p>
          <a:p>
            <a:pPr marL="579314" indent="-439614" defTabSz="685800">
              <a:spcBef>
                <a:spcPts val="500"/>
              </a:spcBef>
              <a:buSzPct val="100000"/>
              <a:buFont typeface="Times Roman"/>
              <a:buChar char="•"/>
              <a:defRPr sz="1500"/>
            </a:pPr>
            <a:r>
              <a:t>Target: Stress Level → Low / Medium / High</a:t>
            </a:r>
          </a:p>
          <a:p>
            <a:pPr marL="579314" indent="-439614" defTabSz="685800">
              <a:spcBef>
                <a:spcPts val="500"/>
              </a:spcBef>
              <a:buSzPct val="100000"/>
              <a:buFont typeface="Times Roman"/>
              <a:buChar char="•"/>
              <a:defRPr sz="1500"/>
            </a:pPr>
            <a:r>
              <a:t>Goal:</a:t>
            </a:r>
          </a:p>
          <a:p>
            <a:pPr lvl="1" marL="1036515" indent="-439614" defTabSz="685800">
              <a:spcBef>
                <a:spcPts val="500"/>
              </a:spcBef>
              <a:buSzPct val="100000"/>
              <a:buFont typeface="Times Roman"/>
              <a:buChar char="◦"/>
              <a:defRPr sz="1500"/>
            </a:pPr>
            <a:r>
              <a:t>Predict daily stress</a:t>
            </a:r>
          </a:p>
          <a:p>
            <a:pPr lvl="1" marL="1036515" indent="-439614" defTabSz="685800">
              <a:spcBef>
                <a:spcPts val="500"/>
              </a:spcBef>
              <a:buSzPct val="100000"/>
              <a:buFont typeface="Times Roman"/>
              <a:buChar char="◦"/>
              <a:defRPr sz="1500"/>
            </a:pPr>
            <a:r>
              <a:t>Prioritise high-stress detection</a:t>
            </a:r>
          </a:p>
          <a:p>
            <a:pPr marL="579314" indent="-439614" defTabSz="685800">
              <a:spcBef>
                <a:spcPts val="500"/>
              </a:spcBef>
              <a:buSzPct val="100000"/>
              <a:buFont typeface="Times Roman"/>
              <a:buChar char="•"/>
              <a:defRPr sz="1500"/>
            </a:pPr>
            <a:r>
              <a:t>Problem Type:  Multi-class classification</a:t>
            </a:r>
          </a:p>
        </p:txBody>
      </p:sp>
      <p:pic>
        <p:nvPicPr>
          <p:cNvPr id="602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5702701" y="85655"/>
            <a:ext cx="3209321" cy="4972186"/>
          </a:xfrm>
          <a:prstGeom prst="rect">
            <a:avLst/>
          </a:prstGeom>
          <a:ln w="12700">
            <a:solidFill>
              <a:srgbClr val="DDDDDD"/>
            </a:solidFill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Titel 2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Models, Metrics &amp; Key Results</a:t>
            </a:r>
          </a:p>
        </p:txBody>
      </p:sp>
      <p:sp>
        <p:nvSpPr>
          <p:cNvPr id="605" name="Foliennummernplatzhalter 4"/>
          <p:cNvSpPr txBox="1"/>
          <p:nvPr>
            <p:ph type="sldNum" sz="quarter" idx="4294967295"/>
          </p:nvPr>
        </p:nvSpPr>
        <p:spPr>
          <a:xfrm>
            <a:off x="539748" y="4687099"/>
            <a:ext cx="127001" cy="152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06" name="Models Evaluated…"/>
          <p:cNvSpPr txBox="1"/>
          <p:nvPr/>
        </p:nvSpPr>
        <p:spPr>
          <a:xfrm>
            <a:off x="640099" y="798024"/>
            <a:ext cx="8336553" cy="41768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685800">
              <a:spcBef>
                <a:spcPts val="500"/>
              </a:spcBef>
              <a:defRPr sz="1200"/>
            </a:pPr>
            <a:r>
              <a:t>Models Evaluated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Logistic Regression (baseline)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Random Forest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XGBoost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Support Vector Machine (final model)</a:t>
            </a:r>
          </a:p>
          <a:p>
            <a:pPr defTabSz="685800">
              <a:spcBef>
                <a:spcPts val="500"/>
              </a:spcBef>
              <a:defRPr sz="1200"/>
            </a:pPr>
            <a:r>
              <a:t>Evaluation Metrics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Recall high-stress ≈ </a:t>
            </a:r>
            <a:r>
              <a:rPr b="1"/>
              <a:t>84%</a:t>
            </a:r>
            <a:r>
              <a:t> (primary)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Macro F1 (secondary)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Confusion matrix for error analysis</a:t>
            </a:r>
          </a:p>
          <a:p>
            <a:pPr defTabSz="685800">
              <a:spcBef>
                <a:spcPts val="500"/>
              </a:spcBef>
              <a:defRPr sz="1200"/>
            </a:pPr>
            <a:r>
              <a:t>Final SVM Results (with mood)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High-stress recall ≈ </a:t>
            </a:r>
            <a:r>
              <a:rPr b="1"/>
              <a:t>84%</a:t>
            </a:r>
            <a:endParaRPr b="1"/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Macro F1 ≈ </a:t>
            </a:r>
            <a:r>
              <a:rPr b="1"/>
              <a:t>0.81</a:t>
            </a:r>
            <a:endParaRPr b="1"/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Accuracy ≈ </a:t>
            </a:r>
            <a:r>
              <a:rPr b="1"/>
              <a:t>80%</a:t>
            </a:r>
            <a:endParaRPr b="1"/>
          </a:p>
          <a:p>
            <a:pPr defTabSz="685800">
              <a:spcBef>
                <a:spcPts val="500"/>
              </a:spcBef>
              <a:defRPr sz="1200"/>
            </a:pPr>
            <a:r>
              <a:t>Ablation Insight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Removing </a:t>
            </a:r>
            <a:r>
              <a:rPr i="1"/>
              <a:t>mood</a:t>
            </a:r>
            <a:r>
              <a:t> → performance collapses to near random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WITH mood → 0.81 Macro F1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200"/>
            </a:pPr>
            <a:r>
              <a:t>WITHOUT mood → ~0.33 (random)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8" name="Titel 1"/>
          <p:cNvSpPr txBox="1"/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 defTabSz="548640">
              <a:lnSpc>
                <a:spcPts val="2700"/>
              </a:lnSpc>
              <a:defRPr sz="2500"/>
            </a:lvl1pPr>
          </a:lstStyle>
          <a:p>
            <a:pPr/>
            <a:r>
              <a:t>Interpretation, Feature Importance &amp; Conclusion</a:t>
            </a:r>
          </a:p>
        </p:txBody>
      </p:sp>
      <p:sp>
        <p:nvSpPr>
          <p:cNvPr id="609" name="Foliennummernplatzhalter 3"/>
          <p:cNvSpPr txBox="1"/>
          <p:nvPr>
            <p:ph type="sldNum" sz="quarter" idx="4294967295"/>
          </p:nvPr>
        </p:nvSpPr>
        <p:spPr>
          <a:xfrm>
            <a:off x="539748" y="4687099"/>
            <a:ext cx="127001" cy="15240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/>
          <a:lstStyle/>
          <a:p>
            <a:pPr/>
            <a:fld id="{86CB4B4D-7CA3-9044-876B-883B54F8677D}" type="slidenum"/>
          </a:p>
        </p:txBody>
      </p:sp>
      <p:sp>
        <p:nvSpPr>
          <p:cNvPr id="610" name="Feature Importance (Permutation)…"/>
          <p:cNvSpPr txBox="1"/>
          <p:nvPr/>
        </p:nvSpPr>
        <p:spPr>
          <a:xfrm>
            <a:off x="317264" y="849315"/>
            <a:ext cx="4494332" cy="367011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8" tIns="45718" rIns="45718" bIns="45718">
            <a:spAutoFit/>
          </a:bodyPr>
          <a:lstStyle/>
          <a:p>
            <a:pPr defTabSz="685800">
              <a:spcBef>
                <a:spcPts val="500"/>
              </a:spcBef>
              <a:defRPr b="1" sz="1500"/>
            </a:pPr>
            <a:r>
              <a:t>Feature Importance (Permutation)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500"/>
            </a:pPr>
            <a:r>
              <a:t>Mood overwhelmingly dominant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500"/>
            </a:pPr>
            <a:r>
              <a:t>Sleep &amp; screen time → minimal influence</a:t>
            </a:r>
          </a:p>
          <a:p>
            <a:pPr defTabSz="685800">
              <a:spcBef>
                <a:spcPts val="500"/>
              </a:spcBef>
              <a:defRPr b="1" sz="1500"/>
            </a:pPr>
            <a:r>
              <a:t>Confusion Matrix Insight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500"/>
            </a:pPr>
            <a:r>
              <a:t>No Low ↔ High misclassifications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500"/>
            </a:pPr>
            <a:r>
              <a:t>Errors mainly between adjacent classes</a:t>
            </a:r>
          </a:p>
          <a:p>
            <a:pPr defTabSz="685800">
              <a:spcBef>
                <a:spcPts val="500"/>
              </a:spcBef>
              <a:defRPr b="1" sz="1500"/>
            </a:pPr>
            <a:r>
              <a:t>Conclusion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500"/>
            </a:pPr>
            <a:r>
              <a:t>Mood is a proximal predictor of stress and behavioural features act mainly as indirect signals</a:t>
            </a:r>
          </a:p>
          <a:p>
            <a:pPr marL="457200" indent="-317500" defTabSz="685800">
              <a:spcBef>
                <a:spcPts val="500"/>
              </a:spcBef>
              <a:buSzPct val="100000"/>
              <a:buFont typeface="Times Roman"/>
              <a:buChar char="•"/>
              <a:defRPr sz="1500"/>
            </a:pPr>
            <a:r>
              <a:t>Among all models, the SVM was chosen because it consistently identified high-stress cases and made safer, more realistic errors.</a:t>
            </a:r>
          </a:p>
        </p:txBody>
      </p:sp>
      <p:pic>
        <p:nvPicPr>
          <p:cNvPr id="611" name="pasted-movie.png" descr="pasted-movie.png"/>
          <p:cNvPicPr>
            <a:picLocks noChangeAspect="1"/>
          </p:cNvPicPr>
          <p:nvPr/>
        </p:nvPicPr>
        <p:blipFill>
          <a:blip r:embed="rId2">
            <a:extLst/>
          </a:blip>
          <a:stretch>
            <a:fillRect/>
          </a:stretch>
        </p:blipFill>
        <p:spPr>
          <a:xfrm>
            <a:off x="4593428" y="878408"/>
            <a:ext cx="4449672" cy="3679059"/>
          </a:xfrm>
          <a:prstGeom prst="rect">
            <a:avLst/>
          </a:prstGeom>
          <a:ln w="12700">
            <a:solidFill>
              <a:srgbClr val="DDDDDD"/>
            </a:solidFill>
            <a:miter lim="400000"/>
          </a:ln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advClick="1" p14:dur="1200">
        <p:push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15" name="Bildplatzhalter 5"/>
          <p:cNvGrpSpPr/>
          <p:nvPr/>
        </p:nvGrpSpPr>
        <p:grpSpPr>
          <a:xfrm>
            <a:off x="0" y="-2251"/>
            <a:ext cx="9144000" cy="2574003"/>
            <a:chOff x="0" y="0"/>
            <a:chExt cx="9144000" cy="2574002"/>
          </a:xfrm>
        </p:grpSpPr>
        <p:sp>
          <p:nvSpPr>
            <p:cNvPr id="613" name="Rectangle"/>
            <p:cNvSpPr/>
            <p:nvPr/>
          </p:nvSpPr>
          <p:spPr>
            <a:xfrm>
              <a:off x="0" y="0"/>
              <a:ext cx="9144000" cy="2574003"/>
            </a:xfrm>
            <a:prstGeom prst="rect">
              <a:avLst/>
            </a:prstGeom>
            <a:solidFill>
              <a:schemeClr val="accent1">
                <a:alpha val="61000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45718" tIns="45718" rIns="45718" bIns="45718" numCol="1" anchor="ctr">
              <a:noAutofit/>
            </a:bodyPr>
            <a:lstStyle/>
            <a:p>
              <a:pPr>
                <a:defRPr>
                  <a:latin typeface="Calibri"/>
                  <a:ea typeface="Calibri"/>
                  <a:cs typeface="Calibri"/>
                  <a:sym typeface="Calibri"/>
                </a:defRPr>
              </a:pPr>
            </a:p>
          </p:txBody>
        </p:sp>
        <p:pic>
          <p:nvPicPr>
            <p:cNvPr id="614" name="image28.jpeg" descr="image28.jpeg"/>
            <p:cNvPicPr>
              <a:picLocks noChangeAspect="1"/>
            </p:cNvPicPr>
            <p:nvPr/>
          </p:nvPicPr>
          <p:blipFill>
            <a:blip r:embed="rId2">
              <a:extLst/>
            </a:blip>
            <a:stretch>
              <a:fillRect/>
            </a:stretch>
          </p:blipFill>
          <p:spPr>
            <a:xfrm>
              <a:off x="0" y="0"/>
              <a:ext cx="9144000" cy="2574003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616" name="Rechteck 3"/>
          <p:cNvSpPr/>
          <p:nvPr/>
        </p:nvSpPr>
        <p:spPr>
          <a:xfrm>
            <a:off x="0" y="-2251"/>
            <a:ext cx="9144000" cy="2574002"/>
          </a:xfrm>
          <a:prstGeom prst="rect">
            <a:avLst/>
          </a:prstGeom>
          <a:solidFill>
            <a:schemeClr val="accent1">
              <a:alpha val="61000"/>
            </a:schemeClr>
          </a:solidFill>
          <a:ln w="12700">
            <a:miter lim="400000"/>
          </a:ln>
        </p:spPr>
        <p:txBody>
          <a:bodyPr lIns="45718" tIns="45718" rIns="45718" bIns="45718" anchor="ctr"/>
          <a:lstStyle/>
          <a:p>
            <a:pPr algn="ctr">
              <a:defRPr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pPr>
          </a:p>
        </p:txBody>
      </p:sp>
      <p:sp>
        <p:nvSpPr>
          <p:cNvPr id="617" name="Titel 1"/>
          <p:cNvSpPr txBox="1"/>
          <p:nvPr>
            <p:ph type="title"/>
          </p:nvPr>
        </p:nvSpPr>
        <p:spPr>
          <a:xfrm>
            <a:off x="539748" y="1011286"/>
            <a:ext cx="4392004" cy="440635"/>
          </a:xfrm>
          <a:prstGeom prst="rect">
            <a:avLst/>
          </a:prstGeom>
        </p:spPr>
        <p:txBody>
          <a:bodyPr/>
          <a:lstStyle/>
          <a:p>
            <a:pPr/>
            <a:r>
              <a:t>Thank you.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advClick="1" p14:dur="1000">
        <p:fade/>
      </p:transition>
    </mc:Choice>
    <mc:Fallback>
      <p:transition spd="med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6B900"/>
      </a:accent1>
      <a:accent2>
        <a:srgbClr val="588B00"/>
      </a:accent2>
      <a:accent3>
        <a:srgbClr val="355300"/>
      </a:accent3>
      <a:accent4>
        <a:srgbClr val="243800"/>
      </a:accent4>
      <a:accent5>
        <a:srgbClr val="0082D1"/>
      </a:accent5>
      <a:accent6>
        <a:srgbClr val="FF5F00"/>
      </a:accent6>
      <a:hlink>
        <a:srgbClr val="0000FF"/>
      </a:hlink>
      <a:folHlink>
        <a:srgbClr val="FF00FF"/>
      </a:folHlink>
    </a:clrScheme>
    <a:fontScheme name="Office">
      <a:majorFont>
        <a:latin typeface="HTWBerlin Office"/>
        <a:ea typeface="HTWBerlin Office"/>
        <a:cs typeface="HTWBerlin Office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TWBerlin Offic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TWBerlin Offic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76B900"/>
      </a:accent1>
      <a:accent2>
        <a:srgbClr val="588B00"/>
      </a:accent2>
      <a:accent3>
        <a:srgbClr val="355300"/>
      </a:accent3>
      <a:accent4>
        <a:srgbClr val="243800"/>
      </a:accent4>
      <a:accent5>
        <a:srgbClr val="0082D1"/>
      </a:accent5>
      <a:accent6>
        <a:srgbClr val="FF5F00"/>
      </a:accent6>
      <a:hlink>
        <a:srgbClr val="0000FF"/>
      </a:hlink>
      <a:folHlink>
        <a:srgbClr val="FF00FF"/>
      </a:folHlink>
    </a:clrScheme>
    <a:fontScheme name="Office">
      <a:majorFont>
        <a:latin typeface="HTWBerlin Office"/>
        <a:ea typeface="HTWBerlin Office"/>
        <a:cs typeface="HTWBerlin Office"/>
      </a:majorFont>
      <a:minorFont>
        <a:latin typeface="Helvetica"/>
        <a:ea typeface="Helvetica"/>
        <a:cs typeface="Helvetic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TWBerlin Offic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8" tIns="45718" rIns="45718" bIns="45718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j-lt"/>
            <a:ea typeface="+mj-ea"/>
            <a:cs typeface="+mj-cs"/>
            <a:sym typeface="HTWBerlin Offic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